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69C5DB-4FCF-9ED6-E64B-D7D0D969D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B1EA4C-9542-98EF-3068-4638305802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55D21C-A574-3D3E-B999-7CD4AC105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FA87B-F628-4F4A-A795-009170BD2179}" type="datetimeFigureOut">
              <a:rPr lang="es-PE" smtClean="0"/>
              <a:t>2/05/2026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30C213-7F8C-22B2-6B40-DE9C8808D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691F60-916E-E7A0-D218-868A78722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36DC-9EEE-45ED-B53E-F808F1997FF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49655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6B0077-03A5-453A-E23F-3934CF98C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7D014F-B276-2755-3F5A-1FBAF6F06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9099E5-71E9-E7D9-865C-459857542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FA87B-F628-4F4A-A795-009170BD2179}" type="datetimeFigureOut">
              <a:rPr lang="es-PE" smtClean="0"/>
              <a:t>2/05/2026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DEBA65-6642-39CA-7FCC-A085E000D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082C87-C663-AE18-9FE1-B894E33A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36DC-9EEE-45ED-B53E-F808F1997FF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75670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53AD28-7755-CE0F-A559-09DBD011F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822D6E-8904-AF57-2BD4-B44DD4D8D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C49DB3-7BF4-F905-5126-B50A3F883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FA87B-F628-4F4A-A795-009170BD2179}" type="datetimeFigureOut">
              <a:rPr lang="es-PE" smtClean="0"/>
              <a:t>2/05/2026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507F03-8647-726E-9CDE-1FBE5BED7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7E055F-8182-8D81-AB6B-F1724186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36DC-9EEE-45ED-B53E-F808F1997FF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17150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6EFADD-1D1A-14BD-E4AD-D153889C4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A2ED5F-EA99-4AB0-CEAA-D147CFD7BF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D8F7D72-4FA0-C8BD-513D-167FF77D05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93FE1F5-3906-1BA5-A543-1B516CCD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FA87B-F628-4F4A-A795-009170BD2179}" type="datetimeFigureOut">
              <a:rPr lang="es-PE" smtClean="0"/>
              <a:t>2/05/2026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C93268-66CF-F1EF-F7FD-CFC5C0032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1214E7F-31CC-83C7-E7B1-DB12F4AAB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36DC-9EEE-45ED-B53E-F808F1997FF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07520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419A5A-4AD1-E851-5105-6A57895CB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676359-485F-38CE-52B6-6AD9453B4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505E395-479F-68C9-72FB-7B4BE27281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7898114-DBA6-808E-388A-8B38971B5D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F17C479-3E2A-2962-CD68-79E46BB70D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F2A91CB-EA44-0A6E-70E9-FFC7F1210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FA87B-F628-4F4A-A795-009170BD2179}" type="datetimeFigureOut">
              <a:rPr lang="es-PE" smtClean="0"/>
              <a:t>2/05/2026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CEE17EA-BA8C-A71A-43CD-0AC3D8790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BB84B57-C718-B5D2-1C79-882E268FE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36DC-9EEE-45ED-B53E-F808F1997FF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88821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5347F8-D60B-79D5-F344-40118CF4A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2060123-84BA-5023-01E5-E876C108F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FA87B-F628-4F4A-A795-009170BD2179}" type="datetimeFigureOut">
              <a:rPr lang="es-PE" smtClean="0"/>
              <a:t>2/05/2026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A87497-99BC-617A-4DC3-B47DD517B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C931567-5D08-EDEC-65AF-0963EF67E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36DC-9EEE-45ED-B53E-F808F1997FF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31911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97CE89C-9592-478C-A409-E7B1E7400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FA87B-F628-4F4A-A795-009170BD2179}" type="datetimeFigureOut">
              <a:rPr lang="es-PE" smtClean="0"/>
              <a:t>2/05/2026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7266B7B-46FF-D283-6939-BD40507ED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ED25DF9-BED6-F8F7-C314-380C48673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36DC-9EEE-45ED-B53E-F808F1997FF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24719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6977FB-C744-4649-72B7-907585F49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730026-85C4-6D52-748C-EC2C332B3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25082E6-ECB9-6D99-7DE1-D88439DEA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ED5C61B-6D70-2346-3A61-0AA8B0F88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FA87B-F628-4F4A-A795-009170BD2179}" type="datetimeFigureOut">
              <a:rPr lang="es-PE" smtClean="0"/>
              <a:t>2/05/2026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5FC23B0-4360-9350-E014-1C74C523B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45F5DBC-3FB4-32A9-6A1B-EEED1A9B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36DC-9EEE-45ED-B53E-F808F1997FF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69844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527B4D-81CC-2F49-A059-639A0A54C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2D3F3AE-0E32-07E1-A551-676C1A49DA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9809C0-190B-E23B-C5E1-409E12622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3F436C-6469-BA2E-5882-930DA6A40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FA87B-F628-4F4A-A795-009170BD2179}" type="datetimeFigureOut">
              <a:rPr lang="es-PE" smtClean="0"/>
              <a:t>2/05/2026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C33C90-9C90-79DA-5136-4D745A5FB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AEAB10-30A1-1BE2-EA65-29488DB9D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36DC-9EEE-45ED-B53E-F808F1997FF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92333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895E51-B488-B597-8972-4AB123D35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652342F-23FC-1578-BFD3-77AC1AD07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3157C4-8514-8291-C675-191629EF8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FA87B-F628-4F4A-A795-009170BD2179}" type="datetimeFigureOut">
              <a:rPr lang="es-PE" smtClean="0"/>
              <a:t>2/05/2026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90F77E-11CB-FDA7-3949-1B8C58379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171E4B-28EF-DF93-475B-B79DE890E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36DC-9EEE-45ED-B53E-F808F1997FF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42326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C90F83E-F56F-654B-70A3-1DF5619502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ED6CE6-C59E-5281-D545-DCFECD19E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C3BCB1-0B14-F173-134D-47CE73E3B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FA87B-F628-4F4A-A795-009170BD2179}" type="datetimeFigureOut">
              <a:rPr lang="es-PE" smtClean="0"/>
              <a:t>2/05/2026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1C9600-2630-2EFB-5F03-C80B6D7DA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52D4C0-A906-0A6C-1D9F-FBFC1CA63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36DC-9EEE-45ED-B53E-F808F1997FF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04886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22B14FF-4B62-BAA5-EE7B-54E4FB09B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227A353-6A70-31F1-62CA-1C91D66E8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A8D110-DD17-AD45-2E39-BBF824E3DE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FA87B-F628-4F4A-A795-009170BD2179}" type="datetimeFigureOut">
              <a:rPr lang="es-PE" smtClean="0"/>
              <a:t>2/05/2026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342A9D-2568-4469-3B68-C428EB7670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A9B2D7-FEAE-A9DE-7894-C9C85837E6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E36DC-9EEE-45ED-B53E-F808F1997FF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63114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Marcador de texto 113">
            <a:extLst>
              <a:ext uri="{FF2B5EF4-FFF2-40B4-BE49-F238E27FC236}">
                <a16:creationId xmlns:a16="http://schemas.microsoft.com/office/drawing/2014/main" id="{58727564-E298-98C5-D781-5AFD84D616EC}"/>
              </a:ext>
            </a:extLst>
          </p:cNvPr>
          <p:cNvSpPr txBox="1">
            <a:spLocks/>
          </p:cNvSpPr>
          <p:nvPr/>
        </p:nvSpPr>
        <p:spPr>
          <a:xfrm>
            <a:off x="704919" y="581633"/>
            <a:ext cx="10299700" cy="614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srgbClr val="0F2233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Mapa de Lima </a:t>
            </a:r>
            <a:endParaRPr kumimoji="0" lang="es-PE" sz="2800" b="1" i="0" u="none" strike="noStrike" kern="1200" cap="none" spc="0" normalizeH="0" baseline="0" noProof="0" dirty="0">
              <a:ln>
                <a:noFill/>
              </a:ln>
              <a:solidFill>
                <a:srgbClr val="0F2233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pSp>
        <p:nvGrpSpPr>
          <p:cNvPr id="63" name="Agrupar 115">
            <a:extLst>
              <a:ext uri="{FF2B5EF4-FFF2-40B4-BE49-F238E27FC236}">
                <a16:creationId xmlns:a16="http://schemas.microsoft.com/office/drawing/2014/main" id="{432791D6-681C-C23C-2CF5-220760B6C85C}"/>
              </a:ext>
            </a:extLst>
          </p:cNvPr>
          <p:cNvGrpSpPr/>
          <p:nvPr/>
        </p:nvGrpSpPr>
        <p:grpSpPr>
          <a:xfrm>
            <a:off x="5252680" y="1556380"/>
            <a:ext cx="6324797" cy="4125163"/>
            <a:chOff x="5252680" y="1409865"/>
            <a:chExt cx="6324797" cy="4125163"/>
          </a:xfrm>
        </p:grpSpPr>
        <p:sp>
          <p:nvSpPr>
            <p:cNvPr id="64" name="Rectangle 5">
              <a:extLst>
                <a:ext uri="{FF2B5EF4-FFF2-40B4-BE49-F238E27FC236}">
                  <a16:creationId xmlns:a16="http://schemas.microsoft.com/office/drawing/2014/main" id="{CF1C52E5-4ECD-4CCB-9524-EC78E06DD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7561" y="1465393"/>
              <a:ext cx="1909916" cy="3672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273050" lvl="1" indent="-273050">
                <a:spcBef>
                  <a:spcPct val="20000"/>
                </a:spcBef>
                <a:buClr>
                  <a:srgbClr val="0E642F"/>
                </a:buClr>
                <a:defRPr/>
              </a:pPr>
              <a:r>
                <a:rPr lang="es-MX" sz="1100" b="1" dirty="0">
                  <a:solidFill>
                    <a:srgbClr val="82A723"/>
                  </a:solidFill>
                  <a:cs typeface="Calibri" panose="020F0502020204030204" pitchFamily="34" charset="0"/>
                </a:rPr>
                <a:t>Lima Centro</a:t>
              </a:r>
            </a:p>
            <a:p>
              <a:pPr marL="273050" lvl="1" indent="-273050">
                <a:spcBef>
                  <a:spcPct val="20000"/>
                </a:spcBef>
                <a:buFont typeface="+mj-lt"/>
                <a:buAutoNum type="arabicPeriod" startAt="35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Barranco</a:t>
              </a:r>
            </a:p>
            <a:p>
              <a:pPr marL="273050" lvl="1" indent="-273050">
                <a:spcBef>
                  <a:spcPct val="20000"/>
                </a:spcBef>
                <a:buFont typeface="+mj-lt"/>
                <a:buAutoNum type="arabicPeriod" startAt="35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Breña</a:t>
              </a:r>
            </a:p>
            <a:p>
              <a:pPr marL="273050" lvl="1" indent="-273050">
                <a:spcBef>
                  <a:spcPct val="20000"/>
                </a:spcBef>
                <a:buFont typeface="+mj-lt"/>
                <a:buAutoNum type="arabicPeriod" startAt="35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Jesús María</a:t>
              </a:r>
            </a:p>
            <a:p>
              <a:pPr marL="273050" lvl="1" indent="-273050">
                <a:spcBef>
                  <a:spcPct val="20000"/>
                </a:spcBef>
                <a:buFont typeface="+mj-lt"/>
                <a:buAutoNum type="arabicPeriod" startAt="35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La Molina</a:t>
              </a:r>
            </a:p>
            <a:p>
              <a:pPr marL="273050" lvl="1" indent="-273050">
                <a:spcBef>
                  <a:spcPct val="20000"/>
                </a:spcBef>
                <a:buFont typeface="+mj-lt"/>
                <a:buAutoNum type="arabicPeriod" startAt="35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La Victoria</a:t>
              </a:r>
            </a:p>
            <a:p>
              <a:pPr marL="273050" lvl="1" indent="-273050">
                <a:spcBef>
                  <a:spcPct val="20000"/>
                </a:spcBef>
                <a:buFont typeface="+mj-lt"/>
                <a:buAutoNum type="arabicPeriod" startAt="35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Lima</a:t>
              </a:r>
            </a:p>
            <a:p>
              <a:pPr marL="273050" lvl="1" indent="-273050">
                <a:spcBef>
                  <a:spcPct val="20000"/>
                </a:spcBef>
                <a:buFont typeface="+mj-lt"/>
                <a:buAutoNum type="arabicPeriod" startAt="35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Lince</a:t>
              </a:r>
            </a:p>
            <a:p>
              <a:pPr marL="273050" lvl="1" indent="-273050">
                <a:spcBef>
                  <a:spcPct val="20000"/>
                </a:spcBef>
                <a:buFont typeface="+mj-lt"/>
                <a:buAutoNum type="arabicPeriod" startAt="35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Magdalena</a:t>
              </a:r>
            </a:p>
            <a:p>
              <a:pPr marL="273050" lvl="1" indent="-273050">
                <a:spcBef>
                  <a:spcPct val="20000"/>
                </a:spcBef>
                <a:buFont typeface="+mj-lt"/>
                <a:buAutoNum type="arabicPeriod" startAt="35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Miraflores</a:t>
              </a:r>
            </a:p>
            <a:p>
              <a:pPr marL="273050" lvl="1" indent="-273050">
                <a:spcBef>
                  <a:spcPct val="20000"/>
                </a:spcBef>
                <a:buFont typeface="+mj-lt"/>
                <a:buAutoNum type="arabicPeriod" startAt="35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Pueblo Libre</a:t>
              </a:r>
            </a:p>
            <a:p>
              <a:pPr marL="273050" lvl="1" indent="-273050">
                <a:spcBef>
                  <a:spcPct val="20000"/>
                </a:spcBef>
                <a:buFont typeface="+mj-lt"/>
                <a:buAutoNum type="arabicPeriod" startAt="35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Rímac</a:t>
              </a:r>
            </a:p>
            <a:p>
              <a:pPr marL="273050" lvl="1" indent="-273050">
                <a:spcBef>
                  <a:spcPct val="20000"/>
                </a:spcBef>
                <a:buFont typeface="+mj-lt"/>
                <a:buAutoNum type="arabicPeriod" startAt="35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San Borja</a:t>
              </a:r>
            </a:p>
            <a:p>
              <a:pPr marL="273050" lvl="1" indent="-273050">
                <a:spcBef>
                  <a:spcPct val="20000"/>
                </a:spcBef>
                <a:buFont typeface="+mj-lt"/>
                <a:buAutoNum type="arabicPeriod" startAt="35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San Isidro</a:t>
              </a:r>
            </a:p>
            <a:p>
              <a:pPr marL="273050" lvl="1" indent="-273050">
                <a:spcBef>
                  <a:spcPct val="20000"/>
                </a:spcBef>
                <a:buFont typeface="+mj-lt"/>
                <a:buAutoNum type="arabicPeriod" startAt="35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San Miguel </a:t>
              </a:r>
            </a:p>
            <a:p>
              <a:pPr marL="273050" lvl="1" indent="-273050">
                <a:spcBef>
                  <a:spcPct val="20000"/>
                </a:spcBef>
                <a:buFont typeface="+mj-lt"/>
                <a:buAutoNum type="arabicPeriod" startAt="35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Surco</a:t>
              </a:r>
            </a:p>
            <a:p>
              <a:pPr marL="273050" lvl="1" indent="-273050">
                <a:spcBef>
                  <a:spcPct val="20000"/>
                </a:spcBef>
                <a:buFont typeface="+mj-lt"/>
                <a:buAutoNum type="arabicPeriod" startAt="35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Surquillo</a:t>
              </a:r>
              <a:endParaRPr lang="es-ES" sz="1100" dirty="0">
                <a:solidFill>
                  <a:srgbClr val="000000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65" name="Rectangle 7">
              <a:extLst>
                <a:ext uri="{FF2B5EF4-FFF2-40B4-BE49-F238E27FC236}">
                  <a16:creationId xmlns:a16="http://schemas.microsoft.com/office/drawing/2014/main" id="{C3F67FCA-CB6E-F4E0-DE9C-76B31F83A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1117" y="1409865"/>
              <a:ext cx="2081212" cy="22367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177800" lvl="1" indent="-177800">
                <a:spcBef>
                  <a:spcPct val="20000"/>
                </a:spcBef>
                <a:buClr>
                  <a:srgbClr val="0E642F"/>
                </a:buClr>
                <a:defRPr/>
              </a:pPr>
              <a:r>
                <a:rPr lang="es-MX" sz="1100" b="1" dirty="0">
                  <a:solidFill>
                    <a:srgbClr val="EDAB37"/>
                  </a:solidFill>
                  <a:cs typeface="Calibri" panose="020F0502020204030204" pitchFamily="34" charset="0"/>
                </a:rPr>
                <a:t>Lima Sur</a:t>
              </a:r>
            </a:p>
            <a:p>
              <a:pPr marL="273050" lvl="1" indent="-273050">
                <a:spcBef>
                  <a:spcPct val="20000"/>
                </a:spcBef>
                <a:buFont typeface="+mj-lt"/>
                <a:buAutoNum type="arabicPeriod" startAt="17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Chorrillos</a:t>
              </a:r>
            </a:p>
            <a:p>
              <a:pPr marL="273050" lvl="1" indent="-273050">
                <a:spcBef>
                  <a:spcPct val="20000"/>
                </a:spcBef>
                <a:buFont typeface="+mj-lt"/>
                <a:buAutoNum type="arabicPeriod" startAt="17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Lurín</a:t>
              </a:r>
            </a:p>
            <a:p>
              <a:pPr marL="273050" lvl="1" indent="-273050">
                <a:spcBef>
                  <a:spcPct val="20000"/>
                </a:spcBef>
                <a:buFont typeface="+mj-lt"/>
                <a:buAutoNum type="arabicPeriod" startAt="17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Pachacamac</a:t>
              </a:r>
            </a:p>
            <a:p>
              <a:pPr marL="273050" lvl="1" indent="-273050">
                <a:spcBef>
                  <a:spcPct val="20000"/>
                </a:spcBef>
                <a:buFont typeface="+mj-lt"/>
                <a:buAutoNum type="arabicPeriod" startAt="17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Pucusana</a:t>
              </a:r>
            </a:p>
            <a:p>
              <a:pPr marL="273050" lvl="1" indent="-273050">
                <a:spcBef>
                  <a:spcPct val="20000"/>
                </a:spcBef>
                <a:buFont typeface="+mj-lt"/>
                <a:buAutoNum type="arabicPeriod" startAt="17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Punta Hermosa</a:t>
              </a:r>
            </a:p>
            <a:p>
              <a:pPr marL="273050" lvl="1" indent="-273050">
                <a:spcBef>
                  <a:spcPct val="20000"/>
                </a:spcBef>
                <a:buFont typeface="+mj-lt"/>
                <a:buAutoNum type="arabicPeriod" startAt="17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Punta Negra</a:t>
              </a:r>
            </a:p>
            <a:p>
              <a:pPr marL="273050" lvl="1" indent="-273050">
                <a:spcBef>
                  <a:spcPct val="20000"/>
                </a:spcBef>
                <a:buFont typeface="+mj-lt"/>
                <a:buAutoNum type="arabicPeriod" startAt="17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San Bartolo</a:t>
              </a:r>
            </a:p>
            <a:p>
              <a:pPr marL="273050" lvl="1" indent="-273050">
                <a:spcBef>
                  <a:spcPct val="20000"/>
                </a:spcBef>
                <a:buFont typeface="+mj-lt"/>
                <a:buAutoNum type="arabicPeriod" startAt="17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SJ de Miraflores</a:t>
              </a:r>
            </a:p>
            <a:p>
              <a:pPr marL="273050" lvl="1" indent="-273050">
                <a:spcBef>
                  <a:spcPct val="20000"/>
                </a:spcBef>
                <a:buFont typeface="+mj-lt"/>
                <a:buAutoNum type="arabicPeriod" startAt="17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Santa María</a:t>
              </a:r>
            </a:p>
            <a:p>
              <a:pPr marL="273050" lvl="1" indent="-273050">
                <a:spcBef>
                  <a:spcPct val="20000"/>
                </a:spcBef>
                <a:buFont typeface="+mj-lt"/>
                <a:buAutoNum type="arabicPeriod" startAt="17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Villa El Salvador</a:t>
              </a:r>
            </a:p>
            <a:p>
              <a:pPr marL="273050" lvl="1" indent="-273050">
                <a:spcBef>
                  <a:spcPct val="20000"/>
                </a:spcBef>
                <a:buFont typeface="+mj-lt"/>
                <a:buAutoNum type="arabicPeriod" startAt="17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Villa María del Triunfo</a:t>
              </a:r>
              <a:endParaRPr lang="es-ES" sz="1100" dirty="0">
                <a:solidFill>
                  <a:srgbClr val="000000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66" name="Rectangle 8">
              <a:extLst>
                <a:ext uri="{FF2B5EF4-FFF2-40B4-BE49-F238E27FC236}">
                  <a16:creationId xmlns:a16="http://schemas.microsoft.com/office/drawing/2014/main" id="{E988F898-A447-C4CD-6E0D-C17C3CE0AE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058" y="1416078"/>
              <a:ext cx="1684338" cy="2320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177800" lvl="1" indent="-177800">
                <a:spcBef>
                  <a:spcPct val="20000"/>
                </a:spcBef>
                <a:buClr>
                  <a:srgbClr val="0E642F"/>
                </a:buClr>
                <a:defRPr/>
              </a:pPr>
              <a:r>
                <a:rPr lang="es-MX" sz="1100" b="1" dirty="0">
                  <a:solidFill>
                    <a:srgbClr val="0F2233"/>
                  </a:solidFill>
                  <a:cs typeface="Calibri" panose="020F0502020204030204" pitchFamily="34" charset="0"/>
                </a:rPr>
                <a:t>Lima Norte</a:t>
              </a:r>
            </a:p>
            <a:p>
              <a:pPr marL="177800" lvl="1" indent="-177800">
                <a:spcBef>
                  <a:spcPct val="20000"/>
                </a:spcBef>
                <a:buFont typeface="Arial" charset="0"/>
                <a:buChar char="•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Ancón</a:t>
              </a:r>
            </a:p>
            <a:p>
              <a:pPr marL="177800" lvl="1" indent="-177800">
                <a:spcBef>
                  <a:spcPct val="20000"/>
                </a:spcBef>
                <a:buFont typeface="Arial" charset="0"/>
                <a:buChar char="•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Carabayllo</a:t>
              </a:r>
            </a:p>
            <a:p>
              <a:pPr marL="177800" lvl="1" indent="-177800">
                <a:spcBef>
                  <a:spcPct val="20000"/>
                </a:spcBef>
                <a:buFont typeface="Arial" charset="0"/>
                <a:buChar char="•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Comas</a:t>
              </a:r>
            </a:p>
            <a:p>
              <a:pPr marL="177800" lvl="1" indent="-177800">
                <a:spcBef>
                  <a:spcPct val="20000"/>
                </a:spcBef>
                <a:buFont typeface="Arial" charset="0"/>
                <a:buChar char="•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Independencia</a:t>
              </a:r>
            </a:p>
            <a:p>
              <a:pPr marL="177800" lvl="1" indent="-177800">
                <a:spcBef>
                  <a:spcPct val="20000"/>
                </a:spcBef>
                <a:buFont typeface="Arial" charset="0"/>
                <a:buChar char="•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Los Olivos</a:t>
              </a:r>
            </a:p>
            <a:p>
              <a:pPr marL="177800" lvl="1" indent="-177800">
                <a:spcBef>
                  <a:spcPct val="20000"/>
                </a:spcBef>
                <a:buFont typeface="Arial" charset="0"/>
                <a:buChar char="•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Puente Piedra</a:t>
              </a:r>
            </a:p>
            <a:p>
              <a:pPr marL="177800" lvl="1" indent="-177800">
                <a:spcBef>
                  <a:spcPct val="20000"/>
                </a:spcBef>
                <a:buFont typeface="Arial" charset="0"/>
                <a:buChar char="•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SM de Porres</a:t>
              </a:r>
            </a:p>
            <a:p>
              <a:pPr marL="177800" lvl="1" indent="-177800">
                <a:spcBef>
                  <a:spcPct val="20000"/>
                </a:spcBef>
                <a:buFont typeface="Arial" charset="0"/>
                <a:buChar char="•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Santa Rosa</a:t>
              </a:r>
              <a:endParaRPr lang="es-ES" sz="1100" dirty="0">
                <a:solidFill>
                  <a:srgbClr val="000000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67" name="Rectangle 6">
              <a:extLst>
                <a:ext uri="{FF2B5EF4-FFF2-40B4-BE49-F238E27FC236}">
                  <a16:creationId xmlns:a16="http://schemas.microsoft.com/office/drawing/2014/main" id="{9A572898-6BCB-3DF5-B464-7C1746016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680" y="3624680"/>
              <a:ext cx="1571625" cy="1872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177800" lvl="1" indent="-177800">
                <a:spcBef>
                  <a:spcPct val="20000"/>
                </a:spcBef>
                <a:buClr>
                  <a:srgbClr val="0E642F"/>
                </a:buClr>
                <a:defRPr/>
              </a:pPr>
              <a:r>
                <a:rPr lang="es-MX" sz="1100" b="1" dirty="0">
                  <a:solidFill>
                    <a:srgbClr val="AADC3C"/>
                  </a:solidFill>
                  <a:cs typeface="Calibri" panose="020F0502020204030204" pitchFamily="34" charset="0"/>
                </a:rPr>
                <a:t>Lima Este</a:t>
              </a:r>
            </a:p>
            <a:p>
              <a:pPr marL="273050" lvl="1" indent="-273050">
                <a:spcBef>
                  <a:spcPct val="20000"/>
                </a:spcBef>
                <a:buClr>
                  <a:prstClr val="black"/>
                </a:buClr>
                <a:buFont typeface="+mj-lt"/>
                <a:buAutoNum type="arabicPeriod" startAt="9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Ate</a:t>
              </a:r>
            </a:p>
            <a:p>
              <a:pPr marL="273050" lvl="1" indent="-273050">
                <a:spcBef>
                  <a:spcPct val="20000"/>
                </a:spcBef>
                <a:buClr>
                  <a:prstClr val="black"/>
                </a:buClr>
                <a:buFont typeface="+mj-lt"/>
                <a:buAutoNum type="arabicPeriod" startAt="9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Chaclacayo</a:t>
              </a:r>
            </a:p>
            <a:p>
              <a:pPr marL="273050" lvl="1" indent="-273050">
                <a:spcBef>
                  <a:spcPct val="20000"/>
                </a:spcBef>
                <a:buClr>
                  <a:prstClr val="black"/>
                </a:buClr>
                <a:buFont typeface="+mj-lt"/>
                <a:buAutoNum type="arabicPeriod" startAt="9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Cieneguilla</a:t>
              </a:r>
            </a:p>
            <a:p>
              <a:pPr marL="273050" lvl="1" indent="-273050">
                <a:spcBef>
                  <a:spcPct val="20000"/>
                </a:spcBef>
                <a:buClr>
                  <a:prstClr val="black"/>
                </a:buClr>
                <a:buFont typeface="+mj-lt"/>
                <a:buAutoNum type="arabicPeriod" startAt="9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El Agustino</a:t>
              </a:r>
            </a:p>
            <a:p>
              <a:pPr marL="273050" lvl="1" indent="-273050">
                <a:spcBef>
                  <a:spcPct val="20000"/>
                </a:spcBef>
                <a:buClr>
                  <a:prstClr val="black"/>
                </a:buClr>
                <a:buFont typeface="+mj-lt"/>
                <a:buAutoNum type="arabicPeriod" startAt="9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Lurigancho</a:t>
              </a:r>
            </a:p>
            <a:p>
              <a:pPr marL="273050" lvl="1" indent="-273050">
                <a:spcBef>
                  <a:spcPct val="20000"/>
                </a:spcBef>
                <a:buClr>
                  <a:prstClr val="black"/>
                </a:buClr>
                <a:buFont typeface="+mj-lt"/>
                <a:buAutoNum type="arabicPeriod" startAt="9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SJ de Lurigancho</a:t>
              </a:r>
            </a:p>
            <a:p>
              <a:pPr marL="273050" lvl="1" indent="-273050">
                <a:spcBef>
                  <a:spcPct val="20000"/>
                </a:spcBef>
                <a:buClr>
                  <a:prstClr val="black"/>
                </a:buClr>
                <a:buFont typeface="+mj-lt"/>
                <a:buAutoNum type="arabicPeriod" startAt="9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San Luis</a:t>
              </a:r>
            </a:p>
            <a:p>
              <a:pPr marL="273050" lvl="1" indent="-273050">
                <a:spcBef>
                  <a:spcPct val="20000"/>
                </a:spcBef>
                <a:buClr>
                  <a:prstClr val="black"/>
                </a:buClr>
                <a:buFont typeface="+mj-lt"/>
                <a:buAutoNum type="arabicPeriod" startAt="9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Santa Anita</a:t>
              </a:r>
              <a:endParaRPr lang="es-ES" sz="1100" dirty="0">
                <a:solidFill>
                  <a:srgbClr val="000000"/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68" name="Rectangle 9">
              <a:extLst>
                <a:ext uri="{FF2B5EF4-FFF2-40B4-BE49-F238E27FC236}">
                  <a16:creationId xmlns:a16="http://schemas.microsoft.com/office/drawing/2014/main" id="{E8EC2278-0826-2CB1-B4E0-BE1C32999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1116" y="4023028"/>
              <a:ext cx="2486307" cy="1512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177800" lvl="1" indent="-177800">
                <a:spcBef>
                  <a:spcPct val="20000"/>
                </a:spcBef>
                <a:buClr>
                  <a:srgbClr val="0E642F"/>
                </a:buClr>
                <a:defRPr/>
              </a:pPr>
              <a:r>
                <a:rPr lang="es-MX" sz="1100" b="1" dirty="0">
                  <a:solidFill>
                    <a:srgbClr val="808A93"/>
                  </a:solidFill>
                  <a:cs typeface="Calibri" panose="020F0502020204030204" pitchFamily="34" charset="0"/>
                </a:rPr>
                <a:t>Callao</a:t>
              </a:r>
            </a:p>
            <a:p>
              <a:pPr marL="273050" lvl="1" indent="-273050">
                <a:spcBef>
                  <a:spcPct val="20000"/>
                </a:spcBef>
                <a:buClr>
                  <a:prstClr val="black"/>
                </a:buClr>
                <a:buFont typeface="+mj-lt"/>
                <a:buAutoNum type="arabicPeriod" startAt="28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Bellavista</a:t>
              </a:r>
            </a:p>
            <a:p>
              <a:pPr marL="273050" lvl="1" indent="-273050">
                <a:spcBef>
                  <a:spcPct val="20000"/>
                </a:spcBef>
                <a:buClr>
                  <a:prstClr val="black"/>
                </a:buClr>
                <a:buFont typeface="+mj-lt"/>
                <a:buAutoNum type="arabicPeriod" startAt="28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Callao</a:t>
              </a:r>
            </a:p>
            <a:p>
              <a:pPr marL="273050" lvl="1" indent="-273050">
                <a:spcBef>
                  <a:spcPct val="20000"/>
                </a:spcBef>
                <a:buClr>
                  <a:prstClr val="black"/>
                </a:buClr>
                <a:buFont typeface="+mj-lt"/>
                <a:buAutoNum type="arabicPeriod" startAt="28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Carmen de la Legua-Reynoso</a:t>
              </a:r>
            </a:p>
            <a:p>
              <a:pPr marL="273050" lvl="1" indent="-273050">
                <a:spcBef>
                  <a:spcPct val="20000"/>
                </a:spcBef>
                <a:buClr>
                  <a:prstClr val="black"/>
                </a:buClr>
                <a:buFont typeface="+mj-lt"/>
                <a:buAutoNum type="arabicPeriod" startAt="28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La Perla</a:t>
              </a:r>
            </a:p>
            <a:p>
              <a:pPr marL="273050" lvl="1" indent="-273050">
                <a:spcBef>
                  <a:spcPct val="20000"/>
                </a:spcBef>
                <a:buClr>
                  <a:prstClr val="black"/>
                </a:buClr>
                <a:buFont typeface="+mj-lt"/>
                <a:buAutoNum type="arabicPeriod" startAt="28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La Punta</a:t>
              </a:r>
            </a:p>
            <a:p>
              <a:pPr marL="273050" lvl="1" indent="-273050">
                <a:spcBef>
                  <a:spcPct val="20000"/>
                </a:spcBef>
                <a:buClr>
                  <a:prstClr val="black"/>
                </a:buClr>
                <a:buFont typeface="+mj-lt"/>
                <a:buAutoNum type="arabicPeriod" startAt="28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Mi Perú</a:t>
              </a:r>
            </a:p>
            <a:p>
              <a:pPr marL="273050" lvl="1" indent="-273050">
                <a:spcBef>
                  <a:spcPct val="20000"/>
                </a:spcBef>
                <a:buClr>
                  <a:prstClr val="black"/>
                </a:buClr>
                <a:buFont typeface="+mj-lt"/>
                <a:buAutoNum type="arabicPeriod" startAt="28"/>
                <a:defRPr/>
              </a:pPr>
              <a:r>
                <a:rPr lang="es-PE" sz="1100" dirty="0">
                  <a:solidFill>
                    <a:srgbClr val="000000"/>
                  </a:solidFill>
                  <a:cs typeface="Calibri" panose="020F0502020204030204" pitchFamily="34" charset="0"/>
                </a:rPr>
                <a:t>Ventanilla</a:t>
              </a:r>
              <a:endParaRPr lang="es-ES" sz="1100" dirty="0">
                <a:solidFill>
                  <a:srgbClr val="000000"/>
                </a:solidFill>
                <a:cs typeface="Calibri" panose="020F0502020204030204" pitchFamily="34" charset="0"/>
              </a:endParaRPr>
            </a:p>
          </p:txBody>
        </p:sp>
      </p:grpSp>
      <p:sp>
        <p:nvSpPr>
          <p:cNvPr id="69" name="Freeform 122">
            <a:extLst>
              <a:ext uri="{FF2B5EF4-FFF2-40B4-BE49-F238E27FC236}">
                <a16:creationId xmlns:a16="http://schemas.microsoft.com/office/drawing/2014/main" id="{FA3C41BF-7C3F-AE87-FF9A-E0712503665D}"/>
              </a:ext>
            </a:extLst>
          </p:cNvPr>
          <p:cNvSpPr>
            <a:spLocks/>
          </p:cNvSpPr>
          <p:nvPr/>
        </p:nvSpPr>
        <p:spPr bwMode="auto">
          <a:xfrm>
            <a:off x="2344472" y="2847223"/>
            <a:ext cx="555252" cy="739471"/>
          </a:xfrm>
          <a:custGeom>
            <a:avLst/>
            <a:gdLst/>
            <a:ahLst/>
            <a:cxnLst>
              <a:cxn ang="0">
                <a:pos x="409" y="9"/>
              </a:cxn>
              <a:cxn ang="0">
                <a:pos x="355" y="12"/>
              </a:cxn>
              <a:cxn ang="0">
                <a:pos x="291" y="28"/>
              </a:cxn>
              <a:cxn ang="0">
                <a:pos x="251" y="1"/>
              </a:cxn>
              <a:cxn ang="0">
                <a:pos x="222" y="34"/>
              </a:cxn>
              <a:cxn ang="0">
                <a:pos x="179" y="74"/>
              </a:cxn>
              <a:cxn ang="0">
                <a:pos x="125" y="123"/>
              </a:cxn>
              <a:cxn ang="0">
                <a:pos x="123" y="164"/>
              </a:cxn>
              <a:cxn ang="0">
                <a:pos x="99" y="184"/>
              </a:cxn>
              <a:cxn ang="0">
                <a:pos x="69" y="221"/>
              </a:cxn>
              <a:cxn ang="0">
                <a:pos x="41" y="239"/>
              </a:cxn>
              <a:cxn ang="0">
                <a:pos x="42" y="249"/>
              </a:cxn>
              <a:cxn ang="0">
                <a:pos x="35" y="287"/>
              </a:cxn>
              <a:cxn ang="0">
                <a:pos x="6" y="315"/>
              </a:cxn>
              <a:cxn ang="0">
                <a:pos x="6" y="337"/>
              </a:cxn>
              <a:cxn ang="0">
                <a:pos x="5" y="389"/>
              </a:cxn>
              <a:cxn ang="0">
                <a:pos x="0" y="429"/>
              </a:cxn>
              <a:cxn ang="0">
                <a:pos x="5" y="435"/>
              </a:cxn>
              <a:cxn ang="0">
                <a:pos x="33" y="492"/>
              </a:cxn>
              <a:cxn ang="0">
                <a:pos x="40" y="545"/>
              </a:cxn>
              <a:cxn ang="0">
                <a:pos x="56" y="556"/>
              </a:cxn>
              <a:cxn ang="0">
                <a:pos x="101" y="522"/>
              </a:cxn>
              <a:cxn ang="0">
                <a:pos x="200" y="520"/>
              </a:cxn>
              <a:cxn ang="0">
                <a:pos x="241" y="492"/>
              </a:cxn>
              <a:cxn ang="0">
                <a:pos x="193" y="448"/>
              </a:cxn>
              <a:cxn ang="0">
                <a:pos x="185" y="424"/>
              </a:cxn>
              <a:cxn ang="0">
                <a:pos x="218" y="377"/>
              </a:cxn>
              <a:cxn ang="0">
                <a:pos x="245" y="318"/>
              </a:cxn>
              <a:cxn ang="0">
                <a:pos x="271" y="288"/>
              </a:cxn>
              <a:cxn ang="0">
                <a:pos x="307" y="253"/>
              </a:cxn>
              <a:cxn ang="0">
                <a:pos x="348" y="213"/>
              </a:cxn>
              <a:cxn ang="0">
                <a:pos x="347" y="170"/>
              </a:cxn>
              <a:cxn ang="0">
                <a:pos x="349" y="132"/>
              </a:cxn>
              <a:cxn ang="0">
                <a:pos x="373" y="84"/>
              </a:cxn>
              <a:cxn ang="0">
                <a:pos x="409" y="63"/>
              </a:cxn>
              <a:cxn ang="0">
                <a:pos x="409" y="22"/>
              </a:cxn>
            </a:cxnLst>
            <a:rect l="0" t="0" r="r" b="b"/>
            <a:pathLst>
              <a:path w="417" h="556">
                <a:moveTo>
                  <a:pt x="409" y="22"/>
                </a:moveTo>
                <a:cubicBezTo>
                  <a:pt x="416" y="14"/>
                  <a:pt x="413" y="10"/>
                  <a:pt x="409" y="9"/>
                </a:cubicBezTo>
                <a:cubicBezTo>
                  <a:pt x="404" y="8"/>
                  <a:pt x="395" y="8"/>
                  <a:pt x="393" y="8"/>
                </a:cubicBezTo>
                <a:cubicBezTo>
                  <a:pt x="390" y="9"/>
                  <a:pt x="364" y="10"/>
                  <a:pt x="355" y="12"/>
                </a:cubicBezTo>
                <a:cubicBezTo>
                  <a:pt x="345" y="14"/>
                  <a:pt x="320" y="31"/>
                  <a:pt x="316" y="31"/>
                </a:cubicBezTo>
                <a:cubicBezTo>
                  <a:pt x="312" y="31"/>
                  <a:pt x="293" y="30"/>
                  <a:pt x="291" y="28"/>
                </a:cubicBezTo>
                <a:cubicBezTo>
                  <a:pt x="290" y="25"/>
                  <a:pt x="273" y="10"/>
                  <a:pt x="271" y="1"/>
                </a:cubicBezTo>
                <a:cubicBezTo>
                  <a:pt x="261" y="0"/>
                  <a:pt x="251" y="1"/>
                  <a:pt x="251" y="1"/>
                </a:cubicBezTo>
                <a:cubicBezTo>
                  <a:pt x="251" y="1"/>
                  <a:pt x="245" y="10"/>
                  <a:pt x="237" y="15"/>
                </a:cubicBezTo>
                <a:cubicBezTo>
                  <a:pt x="230" y="20"/>
                  <a:pt x="222" y="34"/>
                  <a:pt x="222" y="34"/>
                </a:cubicBezTo>
                <a:cubicBezTo>
                  <a:pt x="222" y="34"/>
                  <a:pt x="209" y="39"/>
                  <a:pt x="202" y="44"/>
                </a:cubicBezTo>
                <a:cubicBezTo>
                  <a:pt x="195" y="50"/>
                  <a:pt x="187" y="66"/>
                  <a:pt x="179" y="74"/>
                </a:cubicBezTo>
                <a:cubicBezTo>
                  <a:pt x="171" y="82"/>
                  <a:pt x="147" y="100"/>
                  <a:pt x="138" y="108"/>
                </a:cubicBezTo>
                <a:cubicBezTo>
                  <a:pt x="129" y="117"/>
                  <a:pt x="124" y="123"/>
                  <a:pt x="125" y="123"/>
                </a:cubicBezTo>
                <a:cubicBezTo>
                  <a:pt x="126" y="126"/>
                  <a:pt x="127" y="131"/>
                  <a:pt x="125" y="138"/>
                </a:cubicBezTo>
                <a:cubicBezTo>
                  <a:pt x="120" y="154"/>
                  <a:pt x="118" y="156"/>
                  <a:pt x="123" y="164"/>
                </a:cubicBezTo>
                <a:cubicBezTo>
                  <a:pt x="127" y="171"/>
                  <a:pt x="139" y="181"/>
                  <a:pt x="127" y="182"/>
                </a:cubicBezTo>
                <a:cubicBezTo>
                  <a:pt x="114" y="184"/>
                  <a:pt x="101" y="178"/>
                  <a:pt x="99" y="184"/>
                </a:cubicBezTo>
                <a:cubicBezTo>
                  <a:pt x="96" y="190"/>
                  <a:pt x="95" y="200"/>
                  <a:pt x="89" y="202"/>
                </a:cubicBezTo>
                <a:cubicBezTo>
                  <a:pt x="83" y="205"/>
                  <a:pt x="79" y="214"/>
                  <a:pt x="69" y="221"/>
                </a:cubicBezTo>
                <a:cubicBezTo>
                  <a:pt x="60" y="228"/>
                  <a:pt x="53" y="230"/>
                  <a:pt x="49" y="236"/>
                </a:cubicBezTo>
                <a:cubicBezTo>
                  <a:pt x="45" y="242"/>
                  <a:pt x="43" y="240"/>
                  <a:pt x="41" y="239"/>
                </a:cubicBezTo>
                <a:cubicBezTo>
                  <a:pt x="39" y="238"/>
                  <a:pt x="28" y="237"/>
                  <a:pt x="32" y="241"/>
                </a:cubicBezTo>
                <a:cubicBezTo>
                  <a:pt x="36" y="245"/>
                  <a:pt x="40" y="243"/>
                  <a:pt x="42" y="249"/>
                </a:cubicBezTo>
                <a:cubicBezTo>
                  <a:pt x="44" y="255"/>
                  <a:pt x="45" y="258"/>
                  <a:pt x="43" y="264"/>
                </a:cubicBezTo>
                <a:cubicBezTo>
                  <a:pt x="41" y="270"/>
                  <a:pt x="43" y="283"/>
                  <a:pt x="35" y="287"/>
                </a:cubicBezTo>
                <a:cubicBezTo>
                  <a:pt x="26" y="291"/>
                  <a:pt x="18" y="296"/>
                  <a:pt x="11" y="306"/>
                </a:cubicBezTo>
                <a:cubicBezTo>
                  <a:pt x="9" y="311"/>
                  <a:pt x="7" y="313"/>
                  <a:pt x="6" y="315"/>
                </a:cubicBezTo>
                <a:cubicBezTo>
                  <a:pt x="6" y="329"/>
                  <a:pt x="6" y="329"/>
                  <a:pt x="6" y="329"/>
                </a:cubicBezTo>
                <a:cubicBezTo>
                  <a:pt x="6" y="329"/>
                  <a:pt x="10" y="330"/>
                  <a:pt x="6" y="337"/>
                </a:cubicBezTo>
                <a:cubicBezTo>
                  <a:pt x="3" y="345"/>
                  <a:pt x="2" y="359"/>
                  <a:pt x="4" y="368"/>
                </a:cubicBezTo>
                <a:cubicBezTo>
                  <a:pt x="6" y="378"/>
                  <a:pt x="7" y="384"/>
                  <a:pt x="5" y="389"/>
                </a:cubicBezTo>
                <a:cubicBezTo>
                  <a:pt x="3" y="393"/>
                  <a:pt x="1" y="406"/>
                  <a:pt x="1" y="409"/>
                </a:cubicBezTo>
                <a:cubicBezTo>
                  <a:pt x="2" y="413"/>
                  <a:pt x="2" y="424"/>
                  <a:pt x="0" y="429"/>
                </a:cubicBezTo>
                <a:cubicBezTo>
                  <a:pt x="0" y="429"/>
                  <a:pt x="0" y="429"/>
                  <a:pt x="0" y="429"/>
                </a:cubicBezTo>
                <a:cubicBezTo>
                  <a:pt x="2" y="430"/>
                  <a:pt x="5" y="431"/>
                  <a:pt x="5" y="435"/>
                </a:cubicBezTo>
                <a:cubicBezTo>
                  <a:pt x="6" y="444"/>
                  <a:pt x="13" y="457"/>
                  <a:pt x="16" y="462"/>
                </a:cubicBezTo>
                <a:cubicBezTo>
                  <a:pt x="20" y="468"/>
                  <a:pt x="31" y="480"/>
                  <a:pt x="33" y="492"/>
                </a:cubicBezTo>
                <a:cubicBezTo>
                  <a:pt x="35" y="504"/>
                  <a:pt x="32" y="511"/>
                  <a:pt x="28" y="520"/>
                </a:cubicBezTo>
                <a:cubicBezTo>
                  <a:pt x="24" y="529"/>
                  <a:pt x="35" y="541"/>
                  <a:pt x="40" y="545"/>
                </a:cubicBezTo>
                <a:cubicBezTo>
                  <a:pt x="45" y="549"/>
                  <a:pt x="47" y="552"/>
                  <a:pt x="47" y="552"/>
                </a:cubicBezTo>
                <a:cubicBezTo>
                  <a:pt x="56" y="556"/>
                  <a:pt x="56" y="556"/>
                  <a:pt x="56" y="556"/>
                </a:cubicBezTo>
                <a:cubicBezTo>
                  <a:pt x="56" y="545"/>
                  <a:pt x="65" y="536"/>
                  <a:pt x="68" y="532"/>
                </a:cubicBezTo>
                <a:cubicBezTo>
                  <a:pt x="71" y="528"/>
                  <a:pt x="85" y="528"/>
                  <a:pt x="101" y="522"/>
                </a:cubicBezTo>
                <a:cubicBezTo>
                  <a:pt x="118" y="517"/>
                  <a:pt x="145" y="517"/>
                  <a:pt x="149" y="516"/>
                </a:cubicBezTo>
                <a:cubicBezTo>
                  <a:pt x="154" y="516"/>
                  <a:pt x="193" y="523"/>
                  <a:pt x="200" y="520"/>
                </a:cubicBezTo>
                <a:cubicBezTo>
                  <a:pt x="207" y="518"/>
                  <a:pt x="239" y="505"/>
                  <a:pt x="239" y="505"/>
                </a:cubicBezTo>
                <a:cubicBezTo>
                  <a:pt x="239" y="505"/>
                  <a:pt x="242" y="500"/>
                  <a:pt x="241" y="492"/>
                </a:cubicBezTo>
                <a:cubicBezTo>
                  <a:pt x="241" y="483"/>
                  <a:pt x="229" y="472"/>
                  <a:pt x="221" y="463"/>
                </a:cubicBezTo>
                <a:cubicBezTo>
                  <a:pt x="214" y="454"/>
                  <a:pt x="193" y="452"/>
                  <a:pt x="193" y="448"/>
                </a:cubicBezTo>
                <a:cubicBezTo>
                  <a:pt x="192" y="444"/>
                  <a:pt x="185" y="433"/>
                  <a:pt x="185" y="433"/>
                </a:cubicBezTo>
                <a:cubicBezTo>
                  <a:pt x="185" y="424"/>
                  <a:pt x="185" y="424"/>
                  <a:pt x="185" y="424"/>
                </a:cubicBezTo>
                <a:cubicBezTo>
                  <a:pt x="196" y="418"/>
                  <a:pt x="199" y="410"/>
                  <a:pt x="203" y="401"/>
                </a:cubicBezTo>
                <a:cubicBezTo>
                  <a:pt x="207" y="392"/>
                  <a:pt x="213" y="381"/>
                  <a:pt x="218" y="377"/>
                </a:cubicBezTo>
                <a:cubicBezTo>
                  <a:pt x="223" y="373"/>
                  <a:pt x="223" y="366"/>
                  <a:pt x="231" y="352"/>
                </a:cubicBezTo>
                <a:cubicBezTo>
                  <a:pt x="240" y="339"/>
                  <a:pt x="245" y="318"/>
                  <a:pt x="245" y="318"/>
                </a:cubicBezTo>
                <a:cubicBezTo>
                  <a:pt x="245" y="318"/>
                  <a:pt x="238" y="308"/>
                  <a:pt x="245" y="293"/>
                </a:cubicBezTo>
                <a:cubicBezTo>
                  <a:pt x="251" y="278"/>
                  <a:pt x="263" y="288"/>
                  <a:pt x="271" y="288"/>
                </a:cubicBezTo>
                <a:cubicBezTo>
                  <a:pt x="279" y="287"/>
                  <a:pt x="287" y="272"/>
                  <a:pt x="291" y="271"/>
                </a:cubicBezTo>
                <a:cubicBezTo>
                  <a:pt x="296" y="270"/>
                  <a:pt x="307" y="253"/>
                  <a:pt x="307" y="253"/>
                </a:cubicBezTo>
                <a:cubicBezTo>
                  <a:pt x="307" y="253"/>
                  <a:pt x="309" y="245"/>
                  <a:pt x="313" y="232"/>
                </a:cubicBezTo>
                <a:cubicBezTo>
                  <a:pt x="318" y="220"/>
                  <a:pt x="327" y="224"/>
                  <a:pt x="348" y="213"/>
                </a:cubicBezTo>
                <a:cubicBezTo>
                  <a:pt x="369" y="202"/>
                  <a:pt x="355" y="194"/>
                  <a:pt x="351" y="190"/>
                </a:cubicBezTo>
                <a:cubicBezTo>
                  <a:pt x="347" y="186"/>
                  <a:pt x="342" y="181"/>
                  <a:pt x="347" y="170"/>
                </a:cubicBezTo>
                <a:cubicBezTo>
                  <a:pt x="353" y="160"/>
                  <a:pt x="349" y="158"/>
                  <a:pt x="347" y="154"/>
                </a:cubicBezTo>
                <a:cubicBezTo>
                  <a:pt x="346" y="151"/>
                  <a:pt x="343" y="146"/>
                  <a:pt x="349" y="132"/>
                </a:cubicBezTo>
                <a:cubicBezTo>
                  <a:pt x="355" y="118"/>
                  <a:pt x="359" y="102"/>
                  <a:pt x="359" y="96"/>
                </a:cubicBezTo>
                <a:cubicBezTo>
                  <a:pt x="358" y="91"/>
                  <a:pt x="365" y="85"/>
                  <a:pt x="373" y="84"/>
                </a:cubicBezTo>
                <a:cubicBezTo>
                  <a:pt x="381" y="84"/>
                  <a:pt x="390" y="79"/>
                  <a:pt x="390" y="74"/>
                </a:cubicBezTo>
                <a:cubicBezTo>
                  <a:pt x="390" y="70"/>
                  <a:pt x="402" y="64"/>
                  <a:pt x="409" y="63"/>
                </a:cubicBezTo>
                <a:cubicBezTo>
                  <a:pt x="417" y="62"/>
                  <a:pt x="407" y="48"/>
                  <a:pt x="405" y="41"/>
                </a:cubicBezTo>
                <a:cubicBezTo>
                  <a:pt x="404" y="34"/>
                  <a:pt x="403" y="31"/>
                  <a:pt x="409" y="22"/>
                </a:cubicBezTo>
                <a:close/>
              </a:path>
            </a:pathLst>
          </a:custGeom>
          <a:solidFill>
            <a:srgbClr val="A9D538"/>
          </a:solidFill>
          <a:ln w="9525" cap="flat">
            <a:solidFill>
              <a:srgbClr val="A9D538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70" name="Freeform 117">
            <a:extLst>
              <a:ext uri="{FF2B5EF4-FFF2-40B4-BE49-F238E27FC236}">
                <a16:creationId xmlns:a16="http://schemas.microsoft.com/office/drawing/2014/main" id="{9DCC6C5A-E2F8-2701-4DBA-2E481B11565B}"/>
              </a:ext>
            </a:extLst>
          </p:cNvPr>
          <p:cNvSpPr>
            <a:spLocks/>
          </p:cNvSpPr>
          <p:nvPr/>
        </p:nvSpPr>
        <p:spPr bwMode="auto">
          <a:xfrm>
            <a:off x="2169505" y="2965072"/>
            <a:ext cx="360654" cy="368438"/>
          </a:xfrm>
          <a:custGeom>
            <a:avLst/>
            <a:gdLst/>
            <a:ahLst/>
            <a:cxnLst>
              <a:cxn ang="0">
                <a:pos x="256" y="75"/>
              </a:cxn>
              <a:cxn ang="0">
                <a:pos x="258" y="49"/>
              </a:cxn>
              <a:cxn ang="0">
                <a:pos x="258" y="34"/>
              </a:cxn>
              <a:cxn ang="0">
                <a:pos x="257" y="35"/>
              </a:cxn>
              <a:cxn ang="0">
                <a:pos x="250" y="39"/>
              </a:cxn>
              <a:cxn ang="0">
                <a:pos x="242" y="34"/>
              </a:cxn>
              <a:cxn ang="0">
                <a:pos x="217" y="41"/>
              </a:cxn>
              <a:cxn ang="0">
                <a:pos x="190" y="47"/>
              </a:cxn>
              <a:cxn ang="0">
                <a:pos x="164" y="53"/>
              </a:cxn>
              <a:cxn ang="0">
                <a:pos x="127" y="69"/>
              </a:cxn>
              <a:cxn ang="0">
                <a:pos x="98" y="49"/>
              </a:cxn>
              <a:cxn ang="0">
                <a:pos x="87" y="33"/>
              </a:cxn>
              <a:cxn ang="0">
                <a:pos x="86" y="27"/>
              </a:cxn>
              <a:cxn ang="0">
                <a:pos x="74" y="4"/>
              </a:cxn>
              <a:cxn ang="0">
                <a:pos x="59" y="5"/>
              </a:cxn>
              <a:cxn ang="0">
                <a:pos x="52" y="16"/>
              </a:cxn>
              <a:cxn ang="0">
                <a:pos x="42" y="27"/>
              </a:cxn>
              <a:cxn ang="0">
                <a:pos x="31" y="47"/>
              </a:cxn>
              <a:cxn ang="0">
                <a:pos x="16" y="63"/>
              </a:cxn>
              <a:cxn ang="0">
                <a:pos x="7" y="75"/>
              </a:cxn>
              <a:cxn ang="0">
                <a:pos x="0" y="95"/>
              </a:cxn>
              <a:cxn ang="0">
                <a:pos x="4" y="157"/>
              </a:cxn>
              <a:cxn ang="0">
                <a:pos x="13" y="207"/>
              </a:cxn>
              <a:cxn ang="0">
                <a:pos x="26" y="207"/>
              </a:cxn>
              <a:cxn ang="0">
                <a:pos x="43" y="277"/>
              </a:cxn>
              <a:cxn ang="0">
                <a:pos x="69" y="255"/>
              </a:cxn>
              <a:cxn ang="0">
                <a:pos x="95" y="243"/>
              </a:cxn>
              <a:cxn ang="0">
                <a:pos x="120" y="233"/>
              </a:cxn>
              <a:cxn ang="0">
                <a:pos x="138" y="228"/>
              </a:cxn>
              <a:cxn ang="0">
                <a:pos x="144" y="217"/>
              </a:cxn>
              <a:cxn ang="0">
                <a:pos x="168" y="198"/>
              </a:cxn>
              <a:cxn ang="0">
                <a:pos x="176" y="175"/>
              </a:cxn>
              <a:cxn ang="0">
                <a:pos x="175" y="160"/>
              </a:cxn>
              <a:cxn ang="0">
                <a:pos x="165" y="152"/>
              </a:cxn>
              <a:cxn ang="0">
                <a:pos x="174" y="150"/>
              </a:cxn>
              <a:cxn ang="0">
                <a:pos x="182" y="147"/>
              </a:cxn>
              <a:cxn ang="0">
                <a:pos x="202" y="132"/>
              </a:cxn>
              <a:cxn ang="0">
                <a:pos x="222" y="113"/>
              </a:cxn>
              <a:cxn ang="0">
                <a:pos x="232" y="95"/>
              </a:cxn>
              <a:cxn ang="0">
                <a:pos x="260" y="93"/>
              </a:cxn>
              <a:cxn ang="0">
                <a:pos x="256" y="75"/>
              </a:cxn>
            </a:cxnLst>
            <a:rect l="0" t="0" r="r" b="b"/>
            <a:pathLst>
              <a:path w="272" h="277">
                <a:moveTo>
                  <a:pt x="256" y="75"/>
                </a:moveTo>
                <a:cubicBezTo>
                  <a:pt x="251" y="67"/>
                  <a:pt x="253" y="65"/>
                  <a:pt x="258" y="49"/>
                </a:cubicBezTo>
                <a:cubicBezTo>
                  <a:pt x="260" y="42"/>
                  <a:pt x="259" y="37"/>
                  <a:pt x="258" y="34"/>
                </a:cubicBezTo>
                <a:cubicBezTo>
                  <a:pt x="257" y="34"/>
                  <a:pt x="257" y="35"/>
                  <a:pt x="257" y="35"/>
                </a:cubicBezTo>
                <a:cubicBezTo>
                  <a:pt x="250" y="39"/>
                  <a:pt x="250" y="39"/>
                  <a:pt x="250" y="39"/>
                </a:cubicBezTo>
                <a:cubicBezTo>
                  <a:pt x="250" y="39"/>
                  <a:pt x="244" y="37"/>
                  <a:pt x="242" y="34"/>
                </a:cubicBezTo>
                <a:cubicBezTo>
                  <a:pt x="240" y="31"/>
                  <a:pt x="222" y="33"/>
                  <a:pt x="217" y="41"/>
                </a:cubicBezTo>
                <a:cubicBezTo>
                  <a:pt x="212" y="49"/>
                  <a:pt x="194" y="49"/>
                  <a:pt x="190" y="47"/>
                </a:cubicBezTo>
                <a:cubicBezTo>
                  <a:pt x="185" y="45"/>
                  <a:pt x="171" y="48"/>
                  <a:pt x="164" y="53"/>
                </a:cubicBezTo>
                <a:cubicBezTo>
                  <a:pt x="158" y="59"/>
                  <a:pt x="140" y="70"/>
                  <a:pt x="127" y="69"/>
                </a:cubicBezTo>
                <a:cubicBezTo>
                  <a:pt x="114" y="67"/>
                  <a:pt x="104" y="56"/>
                  <a:pt x="98" y="49"/>
                </a:cubicBezTo>
                <a:cubicBezTo>
                  <a:pt x="92" y="41"/>
                  <a:pt x="90" y="33"/>
                  <a:pt x="87" y="33"/>
                </a:cubicBezTo>
                <a:cubicBezTo>
                  <a:pt x="84" y="33"/>
                  <a:pt x="81" y="28"/>
                  <a:pt x="86" y="27"/>
                </a:cubicBezTo>
                <a:cubicBezTo>
                  <a:pt x="90" y="25"/>
                  <a:pt x="77" y="11"/>
                  <a:pt x="74" y="4"/>
                </a:cubicBezTo>
                <a:cubicBezTo>
                  <a:pt x="73" y="0"/>
                  <a:pt x="65" y="2"/>
                  <a:pt x="59" y="5"/>
                </a:cubicBezTo>
                <a:cubicBezTo>
                  <a:pt x="52" y="16"/>
                  <a:pt x="52" y="16"/>
                  <a:pt x="52" y="16"/>
                </a:cubicBezTo>
                <a:cubicBezTo>
                  <a:pt x="52" y="16"/>
                  <a:pt x="48" y="21"/>
                  <a:pt x="42" y="27"/>
                </a:cubicBezTo>
                <a:cubicBezTo>
                  <a:pt x="36" y="33"/>
                  <a:pt x="31" y="47"/>
                  <a:pt x="31" y="47"/>
                </a:cubicBezTo>
                <a:cubicBezTo>
                  <a:pt x="31" y="47"/>
                  <a:pt x="22" y="55"/>
                  <a:pt x="16" y="63"/>
                </a:cubicBezTo>
                <a:cubicBezTo>
                  <a:pt x="10" y="70"/>
                  <a:pt x="7" y="75"/>
                  <a:pt x="7" y="75"/>
                </a:cubicBezTo>
                <a:cubicBezTo>
                  <a:pt x="6" y="88"/>
                  <a:pt x="2" y="94"/>
                  <a:pt x="0" y="95"/>
                </a:cubicBezTo>
                <a:cubicBezTo>
                  <a:pt x="2" y="104"/>
                  <a:pt x="2" y="141"/>
                  <a:pt x="4" y="157"/>
                </a:cubicBezTo>
                <a:cubicBezTo>
                  <a:pt x="7" y="172"/>
                  <a:pt x="13" y="207"/>
                  <a:pt x="13" y="207"/>
                </a:cubicBezTo>
                <a:cubicBezTo>
                  <a:pt x="13" y="207"/>
                  <a:pt x="24" y="206"/>
                  <a:pt x="26" y="207"/>
                </a:cubicBezTo>
                <a:cubicBezTo>
                  <a:pt x="29" y="207"/>
                  <a:pt x="43" y="277"/>
                  <a:pt x="43" y="277"/>
                </a:cubicBezTo>
                <a:cubicBezTo>
                  <a:pt x="62" y="275"/>
                  <a:pt x="65" y="259"/>
                  <a:pt x="69" y="255"/>
                </a:cubicBezTo>
                <a:cubicBezTo>
                  <a:pt x="73" y="251"/>
                  <a:pt x="82" y="243"/>
                  <a:pt x="95" y="243"/>
                </a:cubicBezTo>
                <a:cubicBezTo>
                  <a:pt x="108" y="242"/>
                  <a:pt x="114" y="237"/>
                  <a:pt x="120" y="233"/>
                </a:cubicBezTo>
                <a:cubicBezTo>
                  <a:pt x="126" y="229"/>
                  <a:pt x="138" y="228"/>
                  <a:pt x="138" y="228"/>
                </a:cubicBezTo>
                <a:cubicBezTo>
                  <a:pt x="138" y="228"/>
                  <a:pt x="138" y="228"/>
                  <a:pt x="144" y="217"/>
                </a:cubicBezTo>
                <a:cubicBezTo>
                  <a:pt x="151" y="207"/>
                  <a:pt x="159" y="202"/>
                  <a:pt x="168" y="198"/>
                </a:cubicBezTo>
                <a:cubicBezTo>
                  <a:pt x="176" y="194"/>
                  <a:pt x="174" y="181"/>
                  <a:pt x="176" y="175"/>
                </a:cubicBezTo>
                <a:cubicBezTo>
                  <a:pt x="178" y="169"/>
                  <a:pt x="177" y="166"/>
                  <a:pt x="175" y="160"/>
                </a:cubicBezTo>
                <a:cubicBezTo>
                  <a:pt x="173" y="154"/>
                  <a:pt x="169" y="156"/>
                  <a:pt x="165" y="152"/>
                </a:cubicBezTo>
                <a:cubicBezTo>
                  <a:pt x="161" y="148"/>
                  <a:pt x="172" y="149"/>
                  <a:pt x="174" y="150"/>
                </a:cubicBezTo>
                <a:cubicBezTo>
                  <a:pt x="176" y="151"/>
                  <a:pt x="178" y="153"/>
                  <a:pt x="182" y="147"/>
                </a:cubicBezTo>
                <a:cubicBezTo>
                  <a:pt x="186" y="141"/>
                  <a:pt x="193" y="139"/>
                  <a:pt x="202" y="132"/>
                </a:cubicBezTo>
                <a:cubicBezTo>
                  <a:pt x="212" y="125"/>
                  <a:pt x="216" y="116"/>
                  <a:pt x="222" y="113"/>
                </a:cubicBezTo>
                <a:cubicBezTo>
                  <a:pt x="228" y="111"/>
                  <a:pt x="229" y="101"/>
                  <a:pt x="232" y="95"/>
                </a:cubicBezTo>
                <a:cubicBezTo>
                  <a:pt x="234" y="89"/>
                  <a:pt x="247" y="95"/>
                  <a:pt x="260" y="93"/>
                </a:cubicBezTo>
                <a:cubicBezTo>
                  <a:pt x="272" y="92"/>
                  <a:pt x="260" y="82"/>
                  <a:pt x="256" y="75"/>
                </a:cubicBezTo>
                <a:close/>
              </a:path>
            </a:pathLst>
          </a:custGeom>
          <a:solidFill>
            <a:srgbClr val="102132"/>
          </a:solidFill>
          <a:ln w="9525" cap="flat">
            <a:solidFill>
              <a:srgbClr val="10213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71" name="Freeform 111">
            <a:extLst>
              <a:ext uri="{FF2B5EF4-FFF2-40B4-BE49-F238E27FC236}">
                <a16:creationId xmlns:a16="http://schemas.microsoft.com/office/drawing/2014/main" id="{521C30CF-E552-24CE-1294-F3D0372ADADF}"/>
              </a:ext>
            </a:extLst>
          </p:cNvPr>
          <p:cNvSpPr>
            <a:spLocks/>
          </p:cNvSpPr>
          <p:nvPr/>
        </p:nvSpPr>
        <p:spPr bwMode="auto">
          <a:xfrm>
            <a:off x="2590332" y="2887270"/>
            <a:ext cx="1341427" cy="638280"/>
          </a:xfrm>
          <a:custGeom>
            <a:avLst/>
            <a:gdLst/>
            <a:ahLst/>
            <a:cxnLst>
              <a:cxn ang="0">
                <a:pos x="844" y="358"/>
              </a:cxn>
              <a:cxn ang="0">
                <a:pos x="892" y="357"/>
              </a:cxn>
              <a:cxn ang="0">
                <a:pos x="931" y="344"/>
              </a:cxn>
              <a:cxn ang="0">
                <a:pos x="972" y="314"/>
              </a:cxn>
              <a:cxn ang="0">
                <a:pos x="1000" y="298"/>
              </a:cxn>
              <a:cxn ang="0">
                <a:pos x="999" y="272"/>
              </a:cxn>
              <a:cxn ang="0">
                <a:pos x="978" y="234"/>
              </a:cxn>
              <a:cxn ang="0">
                <a:pos x="930" y="188"/>
              </a:cxn>
              <a:cxn ang="0">
                <a:pos x="932" y="152"/>
              </a:cxn>
              <a:cxn ang="0">
                <a:pos x="900" y="140"/>
              </a:cxn>
              <a:cxn ang="0">
                <a:pos x="890" y="129"/>
              </a:cxn>
              <a:cxn ang="0">
                <a:pos x="862" y="103"/>
              </a:cxn>
              <a:cxn ang="0">
                <a:pos x="835" y="64"/>
              </a:cxn>
              <a:cxn ang="0">
                <a:pos x="796" y="60"/>
              </a:cxn>
              <a:cxn ang="0">
                <a:pos x="758" y="30"/>
              </a:cxn>
              <a:cxn ang="0">
                <a:pos x="728" y="40"/>
              </a:cxn>
              <a:cxn ang="0">
                <a:pos x="662" y="86"/>
              </a:cxn>
              <a:cxn ang="0">
                <a:pos x="602" y="132"/>
              </a:cxn>
              <a:cxn ang="0">
                <a:pos x="555" y="163"/>
              </a:cxn>
              <a:cxn ang="0">
                <a:pos x="498" y="175"/>
              </a:cxn>
              <a:cxn ang="0">
                <a:pos x="448" y="190"/>
              </a:cxn>
              <a:cxn ang="0">
                <a:pos x="427" y="229"/>
              </a:cxn>
              <a:cxn ang="0">
                <a:pos x="381" y="200"/>
              </a:cxn>
              <a:cxn ang="0">
                <a:pos x="340" y="224"/>
              </a:cxn>
              <a:cxn ang="0">
                <a:pos x="265" y="252"/>
              </a:cxn>
              <a:cxn ang="0">
                <a:pos x="220" y="273"/>
              </a:cxn>
              <a:cxn ang="0">
                <a:pos x="165" y="277"/>
              </a:cxn>
              <a:cxn ang="0">
                <a:pos x="142" y="240"/>
              </a:cxn>
              <a:cxn ang="0">
                <a:pos x="106" y="241"/>
              </a:cxn>
              <a:cxn ang="0">
                <a:pos x="60" y="263"/>
              </a:cxn>
              <a:cxn ang="0">
                <a:pos x="46" y="322"/>
              </a:cxn>
              <a:cxn ang="0">
                <a:pos x="18" y="371"/>
              </a:cxn>
              <a:cxn ang="0">
                <a:pos x="0" y="403"/>
              </a:cxn>
              <a:cxn ang="0">
                <a:pos x="36" y="433"/>
              </a:cxn>
              <a:cxn ang="0">
                <a:pos x="54" y="475"/>
              </a:cxn>
              <a:cxn ang="0">
                <a:pos x="76" y="472"/>
              </a:cxn>
              <a:cxn ang="0">
                <a:pos x="146" y="476"/>
              </a:cxn>
              <a:cxn ang="0">
                <a:pos x="268" y="435"/>
              </a:cxn>
              <a:cxn ang="0">
                <a:pos x="318" y="425"/>
              </a:cxn>
              <a:cxn ang="0">
                <a:pos x="367" y="419"/>
              </a:cxn>
              <a:cxn ang="0">
                <a:pos x="405" y="396"/>
              </a:cxn>
              <a:cxn ang="0">
                <a:pos x="417" y="378"/>
              </a:cxn>
              <a:cxn ang="0">
                <a:pos x="495" y="348"/>
              </a:cxn>
              <a:cxn ang="0">
                <a:pos x="633" y="316"/>
              </a:cxn>
              <a:cxn ang="0">
                <a:pos x="678" y="300"/>
              </a:cxn>
              <a:cxn ang="0">
                <a:pos x="736" y="278"/>
              </a:cxn>
              <a:cxn ang="0">
                <a:pos x="767" y="336"/>
              </a:cxn>
              <a:cxn ang="0">
                <a:pos x="787" y="374"/>
              </a:cxn>
            </a:cxnLst>
            <a:rect l="0" t="0" r="r" b="b"/>
            <a:pathLst>
              <a:path w="1007" h="479">
                <a:moveTo>
                  <a:pt x="820" y="368"/>
                </a:moveTo>
                <a:cubicBezTo>
                  <a:pt x="827" y="364"/>
                  <a:pt x="836" y="360"/>
                  <a:pt x="844" y="358"/>
                </a:cubicBezTo>
                <a:cubicBezTo>
                  <a:pt x="852" y="357"/>
                  <a:pt x="862" y="361"/>
                  <a:pt x="872" y="365"/>
                </a:cubicBezTo>
                <a:cubicBezTo>
                  <a:pt x="882" y="369"/>
                  <a:pt x="888" y="359"/>
                  <a:pt x="892" y="357"/>
                </a:cubicBezTo>
                <a:cubicBezTo>
                  <a:pt x="896" y="355"/>
                  <a:pt x="913" y="344"/>
                  <a:pt x="918" y="340"/>
                </a:cubicBezTo>
                <a:cubicBezTo>
                  <a:pt x="922" y="336"/>
                  <a:pt x="931" y="344"/>
                  <a:pt x="931" y="344"/>
                </a:cubicBezTo>
                <a:cubicBezTo>
                  <a:pt x="942" y="328"/>
                  <a:pt x="947" y="336"/>
                  <a:pt x="956" y="330"/>
                </a:cubicBezTo>
                <a:cubicBezTo>
                  <a:pt x="964" y="325"/>
                  <a:pt x="972" y="318"/>
                  <a:pt x="972" y="314"/>
                </a:cubicBezTo>
                <a:cubicBezTo>
                  <a:pt x="972" y="310"/>
                  <a:pt x="978" y="310"/>
                  <a:pt x="980" y="306"/>
                </a:cubicBezTo>
                <a:cubicBezTo>
                  <a:pt x="983" y="302"/>
                  <a:pt x="1000" y="298"/>
                  <a:pt x="1000" y="298"/>
                </a:cubicBezTo>
                <a:cubicBezTo>
                  <a:pt x="1000" y="298"/>
                  <a:pt x="998" y="294"/>
                  <a:pt x="997" y="288"/>
                </a:cubicBezTo>
                <a:cubicBezTo>
                  <a:pt x="996" y="283"/>
                  <a:pt x="991" y="282"/>
                  <a:pt x="999" y="272"/>
                </a:cubicBezTo>
                <a:cubicBezTo>
                  <a:pt x="1007" y="261"/>
                  <a:pt x="1003" y="262"/>
                  <a:pt x="1000" y="257"/>
                </a:cubicBezTo>
                <a:cubicBezTo>
                  <a:pt x="996" y="252"/>
                  <a:pt x="988" y="242"/>
                  <a:pt x="978" y="234"/>
                </a:cubicBezTo>
                <a:cubicBezTo>
                  <a:pt x="969" y="226"/>
                  <a:pt x="956" y="206"/>
                  <a:pt x="952" y="204"/>
                </a:cubicBezTo>
                <a:cubicBezTo>
                  <a:pt x="948" y="203"/>
                  <a:pt x="936" y="193"/>
                  <a:pt x="930" y="188"/>
                </a:cubicBezTo>
                <a:cubicBezTo>
                  <a:pt x="924" y="184"/>
                  <a:pt x="924" y="173"/>
                  <a:pt x="928" y="167"/>
                </a:cubicBezTo>
                <a:cubicBezTo>
                  <a:pt x="932" y="161"/>
                  <a:pt x="932" y="159"/>
                  <a:pt x="932" y="152"/>
                </a:cubicBezTo>
                <a:cubicBezTo>
                  <a:pt x="933" y="146"/>
                  <a:pt x="912" y="146"/>
                  <a:pt x="912" y="146"/>
                </a:cubicBezTo>
                <a:cubicBezTo>
                  <a:pt x="912" y="146"/>
                  <a:pt x="905" y="138"/>
                  <a:pt x="900" y="140"/>
                </a:cubicBezTo>
                <a:cubicBezTo>
                  <a:pt x="896" y="142"/>
                  <a:pt x="893" y="142"/>
                  <a:pt x="892" y="140"/>
                </a:cubicBezTo>
                <a:cubicBezTo>
                  <a:pt x="892" y="138"/>
                  <a:pt x="890" y="134"/>
                  <a:pt x="890" y="129"/>
                </a:cubicBezTo>
                <a:cubicBezTo>
                  <a:pt x="889" y="124"/>
                  <a:pt x="880" y="112"/>
                  <a:pt x="876" y="110"/>
                </a:cubicBezTo>
                <a:cubicBezTo>
                  <a:pt x="871" y="108"/>
                  <a:pt x="864" y="107"/>
                  <a:pt x="862" y="103"/>
                </a:cubicBezTo>
                <a:cubicBezTo>
                  <a:pt x="860" y="99"/>
                  <a:pt x="850" y="92"/>
                  <a:pt x="851" y="82"/>
                </a:cubicBezTo>
                <a:cubicBezTo>
                  <a:pt x="852" y="72"/>
                  <a:pt x="845" y="68"/>
                  <a:pt x="835" y="64"/>
                </a:cubicBezTo>
                <a:cubicBezTo>
                  <a:pt x="825" y="60"/>
                  <a:pt x="821" y="55"/>
                  <a:pt x="816" y="58"/>
                </a:cubicBezTo>
                <a:cubicBezTo>
                  <a:pt x="810" y="60"/>
                  <a:pt x="796" y="60"/>
                  <a:pt x="796" y="60"/>
                </a:cubicBezTo>
                <a:cubicBezTo>
                  <a:pt x="796" y="60"/>
                  <a:pt x="784" y="46"/>
                  <a:pt x="778" y="44"/>
                </a:cubicBezTo>
                <a:cubicBezTo>
                  <a:pt x="772" y="42"/>
                  <a:pt x="763" y="36"/>
                  <a:pt x="758" y="30"/>
                </a:cubicBezTo>
                <a:cubicBezTo>
                  <a:pt x="752" y="24"/>
                  <a:pt x="754" y="8"/>
                  <a:pt x="749" y="4"/>
                </a:cubicBezTo>
                <a:cubicBezTo>
                  <a:pt x="744" y="0"/>
                  <a:pt x="738" y="16"/>
                  <a:pt x="728" y="40"/>
                </a:cubicBezTo>
                <a:cubicBezTo>
                  <a:pt x="717" y="64"/>
                  <a:pt x="704" y="70"/>
                  <a:pt x="691" y="70"/>
                </a:cubicBezTo>
                <a:cubicBezTo>
                  <a:pt x="678" y="71"/>
                  <a:pt x="673" y="74"/>
                  <a:pt x="662" y="86"/>
                </a:cubicBezTo>
                <a:cubicBezTo>
                  <a:pt x="652" y="98"/>
                  <a:pt x="644" y="96"/>
                  <a:pt x="638" y="102"/>
                </a:cubicBezTo>
                <a:cubicBezTo>
                  <a:pt x="632" y="107"/>
                  <a:pt x="602" y="132"/>
                  <a:pt x="602" y="132"/>
                </a:cubicBezTo>
                <a:cubicBezTo>
                  <a:pt x="602" y="132"/>
                  <a:pt x="594" y="132"/>
                  <a:pt x="584" y="136"/>
                </a:cubicBezTo>
                <a:cubicBezTo>
                  <a:pt x="575" y="139"/>
                  <a:pt x="560" y="154"/>
                  <a:pt x="555" y="163"/>
                </a:cubicBezTo>
                <a:cubicBezTo>
                  <a:pt x="550" y="172"/>
                  <a:pt x="542" y="174"/>
                  <a:pt x="542" y="174"/>
                </a:cubicBezTo>
                <a:cubicBezTo>
                  <a:pt x="542" y="174"/>
                  <a:pt x="511" y="175"/>
                  <a:pt x="498" y="175"/>
                </a:cubicBezTo>
                <a:cubicBezTo>
                  <a:pt x="484" y="175"/>
                  <a:pt x="478" y="172"/>
                  <a:pt x="474" y="172"/>
                </a:cubicBezTo>
                <a:cubicBezTo>
                  <a:pt x="470" y="172"/>
                  <a:pt x="448" y="190"/>
                  <a:pt x="448" y="190"/>
                </a:cubicBezTo>
                <a:cubicBezTo>
                  <a:pt x="448" y="190"/>
                  <a:pt x="448" y="205"/>
                  <a:pt x="443" y="212"/>
                </a:cubicBezTo>
                <a:cubicBezTo>
                  <a:pt x="438" y="220"/>
                  <a:pt x="434" y="228"/>
                  <a:pt x="427" y="229"/>
                </a:cubicBezTo>
                <a:cubicBezTo>
                  <a:pt x="420" y="230"/>
                  <a:pt x="409" y="216"/>
                  <a:pt x="398" y="212"/>
                </a:cubicBezTo>
                <a:cubicBezTo>
                  <a:pt x="388" y="208"/>
                  <a:pt x="392" y="202"/>
                  <a:pt x="381" y="200"/>
                </a:cubicBezTo>
                <a:cubicBezTo>
                  <a:pt x="370" y="199"/>
                  <a:pt x="362" y="204"/>
                  <a:pt x="360" y="210"/>
                </a:cubicBezTo>
                <a:cubicBezTo>
                  <a:pt x="358" y="216"/>
                  <a:pt x="353" y="221"/>
                  <a:pt x="340" y="224"/>
                </a:cubicBezTo>
                <a:cubicBezTo>
                  <a:pt x="328" y="226"/>
                  <a:pt x="288" y="248"/>
                  <a:pt x="284" y="249"/>
                </a:cubicBezTo>
                <a:cubicBezTo>
                  <a:pt x="280" y="250"/>
                  <a:pt x="276" y="250"/>
                  <a:pt x="265" y="252"/>
                </a:cubicBezTo>
                <a:cubicBezTo>
                  <a:pt x="254" y="255"/>
                  <a:pt x="256" y="267"/>
                  <a:pt x="244" y="268"/>
                </a:cubicBezTo>
                <a:cubicBezTo>
                  <a:pt x="233" y="270"/>
                  <a:pt x="220" y="273"/>
                  <a:pt x="220" y="273"/>
                </a:cubicBezTo>
                <a:cubicBezTo>
                  <a:pt x="220" y="273"/>
                  <a:pt x="209" y="266"/>
                  <a:pt x="192" y="263"/>
                </a:cubicBezTo>
                <a:cubicBezTo>
                  <a:pt x="176" y="260"/>
                  <a:pt x="175" y="271"/>
                  <a:pt x="165" y="277"/>
                </a:cubicBezTo>
                <a:cubicBezTo>
                  <a:pt x="155" y="283"/>
                  <a:pt x="150" y="272"/>
                  <a:pt x="152" y="266"/>
                </a:cubicBezTo>
                <a:cubicBezTo>
                  <a:pt x="154" y="260"/>
                  <a:pt x="146" y="248"/>
                  <a:pt x="142" y="240"/>
                </a:cubicBezTo>
                <a:cubicBezTo>
                  <a:pt x="137" y="231"/>
                  <a:pt x="122" y="223"/>
                  <a:pt x="122" y="223"/>
                </a:cubicBezTo>
                <a:cubicBezTo>
                  <a:pt x="122" y="223"/>
                  <a:pt x="111" y="240"/>
                  <a:pt x="106" y="241"/>
                </a:cubicBezTo>
                <a:cubicBezTo>
                  <a:pt x="102" y="242"/>
                  <a:pt x="94" y="257"/>
                  <a:pt x="86" y="258"/>
                </a:cubicBezTo>
                <a:cubicBezTo>
                  <a:pt x="78" y="258"/>
                  <a:pt x="66" y="248"/>
                  <a:pt x="60" y="263"/>
                </a:cubicBezTo>
                <a:cubicBezTo>
                  <a:pt x="53" y="278"/>
                  <a:pt x="60" y="288"/>
                  <a:pt x="60" y="288"/>
                </a:cubicBezTo>
                <a:cubicBezTo>
                  <a:pt x="60" y="288"/>
                  <a:pt x="55" y="309"/>
                  <a:pt x="46" y="322"/>
                </a:cubicBezTo>
                <a:cubicBezTo>
                  <a:pt x="38" y="336"/>
                  <a:pt x="38" y="343"/>
                  <a:pt x="33" y="347"/>
                </a:cubicBezTo>
                <a:cubicBezTo>
                  <a:pt x="28" y="351"/>
                  <a:pt x="22" y="362"/>
                  <a:pt x="18" y="371"/>
                </a:cubicBezTo>
                <a:cubicBezTo>
                  <a:pt x="14" y="380"/>
                  <a:pt x="11" y="388"/>
                  <a:pt x="0" y="394"/>
                </a:cubicBezTo>
                <a:cubicBezTo>
                  <a:pt x="0" y="403"/>
                  <a:pt x="0" y="403"/>
                  <a:pt x="0" y="403"/>
                </a:cubicBezTo>
                <a:cubicBezTo>
                  <a:pt x="0" y="403"/>
                  <a:pt x="7" y="414"/>
                  <a:pt x="8" y="418"/>
                </a:cubicBezTo>
                <a:cubicBezTo>
                  <a:pt x="8" y="422"/>
                  <a:pt x="29" y="424"/>
                  <a:pt x="36" y="433"/>
                </a:cubicBezTo>
                <a:cubicBezTo>
                  <a:pt x="44" y="442"/>
                  <a:pt x="56" y="453"/>
                  <a:pt x="56" y="462"/>
                </a:cubicBezTo>
                <a:cubicBezTo>
                  <a:pt x="57" y="470"/>
                  <a:pt x="54" y="475"/>
                  <a:pt x="54" y="475"/>
                </a:cubicBezTo>
                <a:cubicBezTo>
                  <a:pt x="54" y="475"/>
                  <a:pt x="50" y="476"/>
                  <a:pt x="50" y="476"/>
                </a:cubicBezTo>
                <a:cubicBezTo>
                  <a:pt x="60" y="476"/>
                  <a:pt x="72" y="470"/>
                  <a:pt x="76" y="472"/>
                </a:cubicBezTo>
                <a:cubicBezTo>
                  <a:pt x="81" y="474"/>
                  <a:pt x="94" y="474"/>
                  <a:pt x="94" y="474"/>
                </a:cubicBezTo>
                <a:cubicBezTo>
                  <a:pt x="105" y="474"/>
                  <a:pt x="127" y="479"/>
                  <a:pt x="146" y="476"/>
                </a:cubicBezTo>
                <a:cubicBezTo>
                  <a:pt x="165" y="473"/>
                  <a:pt x="180" y="468"/>
                  <a:pt x="192" y="468"/>
                </a:cubicBezTo>
                <a:cubicBezTo>
                  <a:pt x="204" y="468"/>
                  <a:pt x="257" y="436"/>
                  <a:pt x="268" y="435"/>
                </a:cubicBezTo>
                <a:cubicBezTo>
                  <a:pt x="279" y="434"/>
                  <a:pt x="285" y="434"/>
                  <a:pt x="285" y="434"/>
                </a:cubicBezTo>
                <a:cubicBezTo>
                  <a:pt x="285" y="434"/>
                  <a:pt x="293" y="425"/>
                  <a:pt x="318" y="425"/>
                </a:cubicBezTo>
                <a:cubicBezTo>
                  <a:pt x="343" y="425"/>
                  <a:pt x="343" y="425"/>
                  <a:pt x="343" y="425"/>
                </a:cubicBezTo>
                <a:cubicBezTo>
                  <a:pt x="343" y="425"/>
                  <a:pt x="357" y="422"/>
                  <a:pt x="367" y="419"/>
                </a:cubicBezTo>
                <a:cubicBezTo>
                  <a:pt x="377" y="416"/>
                  <a:pt x="388" y="412"/>
                  <a:pt x="395" y="407"/>
                </a:cubicBezTo>
                <a:cubicBezTo>
                  <a:pt x="402" y="402"/>
                  <a:pt x="405" y="396"/>
                  <a:pt x="405" y="396"/>
                </a:cubicBezTo>
                <a:cubicBezTo>
                  <a:pt x="405" y="396"/>
                  <a:pt x="403" y="386"/>
                  <a:pt x="406" y="383"/>
                </a:cubicBezTo>
                <a:cubicBezTo>
                  <a:pt x="409" y="380"/>
                  <a:pt x="417" y="378"/>
                  <a:pt x="417" y="378"/>
                </a:cubicBezTo>
                <a:cubicBezTo>
                  <a:pt x="417" y="378"/>
                  <a:pt x="461" y="352"/>
                  <a:pt x="476" y="350"/>
                </a:cubicBezTo>
                <a:cubicBezTo>
                  <a:pt x="490" y="348"/>
                  <a:pt x="495" y="348"/>
                  <a:pt x="495" y="348"/>
                </a:cubicBezTo>
                <a:cubicBezTo>
                  <a:pt x="495" y="348"/>
                  <a:pt x="538" y="342"/>
                  <a:pt x="559" y="336"/>
                </a:cubicBezTo>
                <a:cubicBezTo>
                  <a:pt x="580" y="329"/>
                  <a:pt x="623" y="316"/>
                  <a:pt x="633" y="316"/>
                </a:cubicBezTo>
                <a:cubicBezTo>
                  <a:pt x="643" y="315"/>
                  <a:pt x="649" y="312"/>
                  <a:pt x="649" y="312"/>
                </a:cubicBezTo>
                <a:cubicBezTo>
                  <a:pt x="649" y="312"/>
                  <a:pt x="664" y="300"/>
                  <a:pt x="678" y="300"/>
                </a:cubicBezTo>
                <a:cubicBezTo>
                  <a:pt x="691" y="301"/>
                  <a:pt x="711" y="296"/>
                  <a:pt x="715" y="292"/>
                </a:cubicBezTo>
                <a:cubicBezTo>
                  <a:pt x="719" y="288"/>
                  <a:pt x="734" y="275"/>
                  <a:pt x="736" y="278"/>
                </a:cubicBezTo>
                <a:cubicBezTo>
                  <a:pt x="739" y="280"/>
                  <a:pt x="764" y="314"/>
                  <a:pt x="764" y="320"/>
                </a:cubicBezTo>
                <a:cubicBezTo>
                  <a:pt x="764" y="326"/>
                  <a:pt x="765" y="334"/>
                  <a:pt x="767" y="336"/>
                </a:cubicBezTo>
                <a:cubicBezTo>
                  <a:pt x="769" y="338"/>
                  <a:pt x="763" y="351"/>
                  <a:pt x="770" y="356"/>
                </a:cubicBezTo>
                <a:cubicBezTo>
                  <a:pt x="776" y="360"/>
                  <a:pt x="786" y="366"/>
                  <a:pt x="787" y="374"/>
                </a:cubicBezTo>
                <a:cubicBezTo>
                  <a:pt x="796" y="378"/>
                  <a:pt x="814" y="372"/>
                  <a:pt x="820" y="368"/>
                </a:cubicBezTo>
                <a:close/>
              </a:path>
            </a:pathLst>
          </a:custGeom>
          <a:solidFill>
            <a:srgbClr val="A9D538"/>
          </a:solidFill>
          <a:ln w="9525" cap="rnd">
            <a:solidFill>
              <a:srgbClr val="A9D538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72" name="Freeform 106">
            <a:extLst>
              <a:ext uri="{FF2B5EF4-FFF2-40B4-BE49-F238E27FC236}">
                <a16:creationId xmlns:a16="http://schemas.microsoft.com/office/drawing/2014/main" id="{645001B3-9248-B23C-CA7B-3080D591340B}"/>
              </a:ext>
            </a:extLst>
          </p:cNvPr>
          <p:cNvSpPr>
            <a:spLocks/>
          </p:cNvSpPr>
          <p:nvPr/>
        </p:nvSpPr>
        <p:spPr bwMode="auto">
          <a:xfrm>
            <a:off x="2831074" y="3673309"/>
            <a:ext cx="1029747" cy="745995"/>
          </a:xfrm>
          <a:custGeom>
            <a:avLst/>
            <a:gdLst/>
            <a:ahLst/>
            <a:cxnLst>
              <a:cxn ang="0">
                <a:pos x="777" y="349"/>
              </a:cxn>
              <a:cxn ang="0">
                <a:pos x="746" y="347"/>
              </a:cxn>
              <a:cxn ang="0">
                <a:pos x="735" y="328"/>
              </a:cxn>
              <a:cxn ang="0">
                <a:pos x="708" y="306"/>
              </a:cxn>
              <a:cxn ang="0">
                <a:pos x="694" y="277"/>
              </a:cxn>
              <a:cxn ang="0">
                <a:pos x="690" y="239"/>
              </a:cxn>
              <a:cxn ang="0">
                <a:pos x="719" y="215"/>
              </a:cxn>
              <a:cxn ang="0">
                <a:pos x="691" y="200"/>
              </a:cxn>
              <a:cxn ang="0">
                <a:pos x="649" y="168"/>
              </a:cxn>
              <a:cxn ang="0">
                <a:pos x="608" y="176"/>
              </a:cxn>
              <a:cxn ang="0">
                <a:pos x="588" y="193"/>
              </a:cxn>
              <a:cxn ang="0">
                <a:pos x="549" y="213"/>
              </a:cxn>
              <a:cxn ang="0">
                <a:pos x="519" y="224"/>
              </a:cxn>
              <a:cxn ang="0">
                <a:pos x="474" y="236"/>
              </a:cxn>
              <a:cxn ang="0">
                <a:pos x="409" y="244"/>
              </a:cxn>
              <a:cxn ang="0">
                <a:pos x="357" y="258"/>
              </a:cxn>
              <a:cxn ang="0">
                <a:pos x="341" y="256"/>
              </a:cxn>
              <a:cxn ang="0">
                <a:pos x="294" y="260"/>
              </a:cxn>
              <a:cxn ang="0">
                <a:pos x="72" y="0"/>
              </a:cxn>
              <a:cxn ang="0">
                <a:pos x="73" y="30"/>
              </a:cxn>
              <a:cxn ang="0">
                <a:pos x="81" y="53"/>
              </a:cxn>
              <a:cxn ang="0">
                <a:pos x="89" y="85"/>
              </a:cxn>
              <a:cxn ang="0">
                <a:pos x="72" y="105"/>
              </a:cxn>
              <a:cxn ang="0">
                <a:pos x="70" y="123"/>
              </a:cxn>
              <a:cxn ang="0">
                <a:pos x="48" y="172"/>
              </a:cxn>
              <a:cxn ang="0">
                <a:pos x="28" y="172"/>
              </a:cxn>
              <a:cxn ang="0">
                <a:pos x="7" y="197"/>
              </a:cxn>
              <a:cxn ang="0">
                <a:pos x="20" y="223"/>
              </a:cxn>
              <a:cxn ang="0">
                <a:pos x="36" y="232"/>
              </a:cxn>
              <a:cxn ang="0">
                <a:pos x="52" y="260"/>
              </a:cxn>
              <a:cxn ang="0">
                <a:pos x="82" y="296"/>
              </a:cxn>
              <a:cxn ang="0">
                <a:pos x="96" y="344"/>
              </a:cxn>
              <a:cxn ang="0">
                <a:pos x="92" y="381"/>
              </a:cxn>
              <a:cxn ang="0">
                <a:pos x="78" y="409"/>
              </a:cxn>
              <a:cxn ang="0">
                <a:pos x="68" y="443"/>
              </a:cxn>
              <a:cxn ang="0">
                <a:pos x="69" y="467"/>
              </a:cxn>
              <a:cxn ang="0">
                <a:pos x="83" y="473"/>
              </a:cxn>
              <a:cxn ang="0">
                <a:pos x="104" y="487"/>
              </a:cxn>
              <a:cxn ang="0">
                <a:pos x="125" y="503"/>
              </a:cxn>
              <a:cxn ang="0">
                <a:pos x="132" y="522"/>
              </a:cxn>
              <a:cxn ang="0">
                <a:pos x="148" y="533"/>
              </a:cxn>
              <a:cxn ang="0">
                <a:pos x="156" y="551"/>
              </a:cxn>
              <a:cxn ang="0">
                <a:pos x="182" y="547"/>
              </a:cxn>
              <a:cxn ang="0">
                <a:pos x="199" y="563"/>
              </a:cxn>
              <a:cxn ang="0">
                <a:pos x="213" y="535"/>
              </a:cxn>
              <a:cxn ang="0">
                <a:pos x="214" y="514"/>
              </a:cxn>
              <a:cxn ang="0">
                <a:pos x="229" y="491"/>
              </a:cxn>
              <a:cxn ang="0">
                <a:pos x="259" y="482"/>
              </a:cxn>
              <a:cxn ang="0">
                <a:pos x="281" y="462"/>
              </a:cxn>
              <a:cxn ang="0">
                <a:pos x="310" y="429"/>
              </a:cxn>
              <a:cxn ang="0">
                <a:pos x="358" y="424"/>
              </a:cxn>
              <a:cxn ang="0">
                <a:pos x="407" y="427"/>
              </a:cxn>
              <a:cxn ang="0">
                <a:pos x="441" y="400"/>
              </a:cxn>
              <a:cxn ang="0">
                <a:pos x="484" y="386"/>
              </a:cxn>
              <a:cxn ang="0">
                <a:pos x="510" y="366"/>
              </a:cxn>
              <a:cxn ang="0">
                <a:pos x="528" y="337"/>
              </a:cxn>
              <a:cxn ang="0">
                <a:pos x="570" y="326"/>
              </a:cxn>
              <a:cxn ang="0">
                <a:pos x="628" y="346"/>
              </a:cxn>
              <a:cxn ang="0">
                <a:pos x="680" y="374"/>
              </a:cxn>
              <a:cxn ang="0">
                <a:pos x="705" y="360"/>
              </a:cxn>
              <a:cxn ang="0">
                <a:pos x="758" y="373"/>
              </a:cxn>
              <a:cxn ang="0">
                <a:pos x="772" y="363"/>
              </a:cxn>
            </a:cxnLst>
            <a:rect l="0" t="0" r="r" b="b"/>
            <a:pathLst>
              <a:path w="777" h="563">
                <a:moveTo>
                  <a:pt x="772" y="363"/>
                </a:moveTo>
                <a:cubicBezTo>
                  <a:pt x="776" y="363"/>
                  <a:pt x="777" y="349"/>
                  <a:pt x="777" y="349"/>
                </a:cubicBezTo>
                <a:cubicBezTo>
                  <a:pt x="777" y="349"/>
                  <a:pt x="760" y="349"/>
                  <a:pt x="756" y="349"/>
                </a:cubicBezTo>
                <a:cubicBezTo>
                  <a:pt x="752" y="349"/>
                  <a:pt x="750" y="350"/>
                  <a:pt x="746" y="347"/>
                </a:cubicBezTo>
                <a:cubicBezTo>
                  <a:pt x="742" y="343"/>
                  <a:pt x="736" y="337"/>
                  <a:pt x="736" y="337"/>
                </a:cubicBezTo>
                <a:cubicBezTo>
                  <a:pt x="735" y="328"/>
                  <a:pt x="735" y="328"/>
                  <a:pt x="735" y="328"/>
                </a:cubicBezTo>
                <a:cubicBezTo>
                  <a:pt x="732" y="322"/>
                  <a:pt x="716" y="319"/>
                  <a:pt x="716" y="319"/>
                </a:cubicBezTo>
                <a:cubicBezTo>
                  <a:pt x="716" y="319"/>
                  <a:pt x="712" y="314"/>
                  <a:pt x="708" y="306"/>
                </a:cubicBezTo>
                <a:cubicBezTo>
                  <a:pt x="705" y="298"/>
                  <a:pt x="692" y="284"/>
                  <a:pt x="692" y="284"/>
                </a:cubicBezTo>
                <a:cubicBezTo>
                  <a:pt x="692" y="284"/>
                  <a:pt x="692" y="284"/>
                  <a:pt x="694" y="277"/>
                </a:cubicBezTo>
                <a:cubicBezTo>
                  <a:pt x="695" y="271"/>
                  <a:pt x="686" y="260"/>
                  <a:pt x="682" y="255"/>
                </a:cubicBezTo>
                <a:cubicBezTo>
                  <a:pt x="679" y="251"/>
                  <a:pt x="686" y="243"/>
                  <a:pt x="690" y="239"/>
                </a:cubicBezTo>
                <a:cubicBezTo>
                  <a:pt x="694" y="235"/>
                  <a:pt x="697" y="231"/>
                  <a:pt x="704" y="229"/>
                </a:cubicBezTo>
                <a:cubicBezTo>
                  <a:pt x="712" y="226"/>
                  <a:pt x="719" y="215"/>
                  <a:pt x="719" y="215"/>
                </a:cubicBezTo>
                <a:cubicBezTo>
                  <a:pt x="719" y="215"/>
                  <a:pt x="712" y="213"/>
                  <a:pt x="709" y="211"/>
                </a:cubicBezTo>
                <a:cubicBezTo>
                  <a:pt x="706" y="209"/>
                  <a:pt x="700" y="205"/>
                  <a:pt x="691" y="200"/>
                </a:cubicBezTo>
                <a:cubicBezTo>
                  <a:pt x="682" y="195"/>
                  <a:pt x="679" y="190"/>
                  <a:pt x="674" y="181"/>
                </a:cubicBezTo>
                <a:cubicBezTo>
                  <a:pt x="668" y="171"/>
                  <a:pt x="658" y="169"/>
                  <a:pt x="649" y="168"/>
                </a:cubicBezTo>
                <a:cubicBezTo>
                  <a:pt x="640" y="167"/>
                  <a:pt x="627" y="163"/>
                  <a:pt x="627" y="163"/>
                </a:cubicBezTo>
                <a:cubicBezTo>
                  <a:pt x="623" y="170"/>
                  <a:pt x="615" y="171"/>
                  <a:pt x="608" y="176"/>
                </a:cubicBezTo>
                <a:cubicBezTo>
                  <a:pt x="600" y="180"/>
                  <a:pt x="604" y="186"/>
                  <a:pt x="604" y="186"/>
                </a:cubicBezTo>
                <a:cubicBezTo>
                  <a:pt x="604" y="186"/>
                  <a:pt x="592" y="190"/>
                  <a:pt x="588" y="193"/>
                </a:cubicBezTo>
                <a:cubicBezTo>
                  <a:pt x="584" y="196"/>
                  <a:pt x="575" y="197"/>
                  <a:pt x="566" y="198"/>
                </a:cubicBezTo>
                <a:cubicBezTo>
                  <a:pt x="557" y="199"/>
                  <a:pt x="549" y="213"/>
                  <a:pt x="549" y="213"/>
                </a:cubicBezTo>
                <a:cubicBezTo>
                  <a:pt x="549" y="213"/>
                  <a:pt x="545" y="213"/>
                  <a:pt x="543" y="213"/>
                </a:cubicBezTo>
                <a:cubicBezTo>
                  <a:pt x="541" y="213"/>
                  <a:pt x="525" y="224"/>
                  <a:pt x="519" y="224"/>
                </a:cubicBezTo>
                <a:cubicBezTo>
                  <a:pt x="513" y="225"/>
                  <a:pt x="499" y="234"/>
                  <a:pt x="499" y="234"/>
                </a:cubicBezTo>
                <a:cubicBezTo>
                  <a:pt x="499" y="234"/>
                  <a:pt x="489" y="237"/>
                  <a:pt x="474" y="236"/>
                </a:cubicBezTo>
                <a:cubicBezTo>
                  <a:pt x="459" y="236"/>
                  <a:pt x="453" y="232"/>
                  <a:pt x="444" y="233"/>
                </a:cubicBezTo>
                <a:cubicBezTo>
                  <a:pt x="435" y="233"/>
                  <a:pt x="421" y="240"/>
                  <a:pt x="409" y="244"/>
                </a:cubicBezTo>
                <a:cubicBezTo>
                  <a:pt x="396" y="248"/>
                  <a:pt x="373" y="258"/>
                  <a:pt x="373" y="258"/>
                </a:cubicBezTo>
                <a:cubicBezTo>
                  <a:pt x="357" y="258"/>
                  <a:pt x="357" y="258"/>
                  <a:pt x="357" y="258"/>
                </a:cubicBezTo>
                <a:cubicBezTo>
                  <a:pt x="357" y="258"/>
                  <a:pt x="354" y="260"/>
                  <a:pt x="350" y="260"/>
                </a:cubicBezTo>
                <a:cubicBezTo>
                  <a:pt x="346" y="260"/>
                  <a:pt x="341" y="256"/>
                  <a:pt x="341" y="256"/>
                </a:cubicBezTo>
                <a:cubicBezTo>
                  <a:pt x="314" y="254"/>
                  <a:pt x="314" y="254"/>
                  <a:pt x="314" y="254"/>
                </a:cubicBezTo>
                <a:cubicBezTo>
                  <a:pt x="314" y="254"/>
                  <a:pt x="314" y="254"/>
                  <a:pt x="294" y="260"/>
                </a:cubicBezTo>
                <a:cubicBezTo>
                  <a:pt x="275" y="266"/>
                  <a:pt x="250" y="270"/>
                  <a:pt x="250" y="270"/>
                </a:cubicBezTo>
                <a:cubicBezTo>
                  <a:pt x="72" y="0"/>
                  <a:pt x="72" y="0"/>
                  <a:pt x="72" y="0"/>
                </a:cubicBezTo>
                <a:cubicBezTo>
                  <a:pt x="73" y="5"/>
                  <a:pt x="71" y="20"/>
                  <a:pt x="71" y="20"/>
                </a:cubicBezTo>
                <a:cubicBezTo>
                  <a:pt x="71" y="20"/>
                  <a:pt x="73" y="27"/>
                  <a:pt x="73" y="30"/>
                </a:cubicBezTo>
                <a:cubicBezTo>
                  <a:pt x="72" y="34"/>
                  <a:pt x="69" y="47"/>
                  <a:pt x="70" y="50"/>
                </a:cubicBezTo>
                <a:cubicBezTo>
                  <a:pt x="70" y="53"/>
                  <a:pt x="81" y="53"/>
                  <a:pt x="81" y="53"/>
                </a:cubicBezTo>
                <a:cubicBezTo>
                  <a:pt x="81" y="53"/>
                  <a:pt x="85" y="62"/>
                  <a:pt x="85" y="67"/>
                </a:cubicBezTo>
                <a:cubicBezTo>
                  <a:pt x="85" y="72"/>
                  <a:pt x="87" y="76"/>
                  <a:pt x="89" y="85"/>
                </a:cubicBezTo>
                <a:cubicBezTo>
                  <a:pt x="92" y="95"/>
                  <a:pt x="83" y="104"/>
                  <a:pt x="83" y="104"/>
                </a:cubicBezTo>
                <a:cubicBezTo>
                  <a:pt x="83" y="104"/>
                  <a:pt x="77" y="105"/>
                  <a:pt x="72" y="105"/>
                </a:cubicBezTo>
                <a:cubicBezTo>
                  <a:pt x="67" y="105"/>
                  <a:pt x="63" y="110"/>
                  <a:pt x="63" y="110"/>
                </a:cubicBezTo>
                <a:cubicBezTo>
                  <a:pt x="63" y="110"/>
                  <a:pt x="69" y="117"/>
                  <a:pt x="70" y="123"/>
                </a:cubicBezTo>
                <a:cubicBezTo>
                  <a:pt x="71" y="129"/>
                  <a:pt x="61" y="142"/>
                  <a:pt x="56" y="149"/>
                </a:cubicBezTo>
                <a:cubicBezTo>
                  <a:pt x="52" y="155"/>
                  <a:pt x="49" y="168"/>
                  <a:pt x="48" y="172"/>
                </a:cubicBezTo>
                <a:cubicBezTo>
                  <a:pt x="47" y="175"/>
                  <a:pt x="41" y="174"/>
                  <a:pt x="38" y="172"/>
                </a:cubicBezTo>
                <a:cubicBezTo>
                  <a:pt x="35" y="170"/>
                  <a:pt x="28" y="172"/>
                  <a:pt x="28" y="172"/>
                </a:cubicBezTo>
                <a:cubicBezTo>
                  <a:pt x="28" y="172"/>
                  <a:pt x="22" y="183"/>
                  <a:pt x="17" y="187"/>
                </a:cubicBezTo>
                <a:cubicBezTo>
                  <a:pt x="12" y="191"/>
                  <a:pt x="7" y="197"/>
                  <a:pt x="7" y="197"/>
                </a:cubicBezTo>
                <a:cubicBezTo>
                  <a:pt x="7" y="197"/>
                  <a:pt x="0" y="215"/>
                  <a:pt x="2" y="215"/>
                </a:cubicBezTo>
                <a:cubicBezTo>
                  <a:pt x="4" y="215"/>
                  <a:pt x="16" y="219"/>
                  <a:pt x="20" y="223"/>
                </a:cubicBezTo>
                <a:cubicBezTo>
                  <a:pt x="24" y="226"/>
                  <a:pt x="30" y="227"/>
                  <a:pt x="30" y="227"/>
                </a:cubicBezTo>
                <a:cubicBezTo>
                  <a:pt x="36" y="232"/>
                  <a:pt x="36" y="232"/>
                  <a:pt x="36" y="232"/>
                </a:cubicBezTo>
                <a:cubicBezTo>
                  <a:pt x="36" y="232"/>
                  <a:pt x="38" y="247"/>
                  <a:pt x="41" y="248"/>
                </a:cubicBezTo>
                <a:cubicBezTo>
                  <a:pt x="44" y="249"/>
                  <a:pt x="52" y="260"/>
                  <a:pt x="52" y="260"/>
                </a:cubicBezTo>
                <a:cubicBezTo>
                  <a:pt x="52" y="260"/>
                  <a:pt x="53" y="276"/>
                  <a:pt x="59" y="283"/>
                </a:cubicBezTo>
                <a:cubicBezTo>
                  <a:pt x="65" y="291"/>
                  <a:pt x="78" y="295"/>
                  <a:pt x="82" y="296"/>
                </a:cubicBezTo>
                <a:cubicBezTo>
                  <a:pt x="86" y="297"/>
                  <a:pt x="92" y="321"/>
                  <a:pt x="92" y="326"/>
                </a:cubicBezTo>
                <a:cubicBezTo>
                  <a:pt x="92" y="331"/>
                  <a:pt x="98" y="340"/>
                  <a:pt x="96" y="344"/>
                </a:cubicBezTo>
                <a:cubicBezTo>
                  <a:pt x="95" y="348"/>
                  <a:pt x="88" y="356"/>
                  <a:pt x="88" y="361"/>
                </a:cubicBezTo>
                <a:cubicBezTo>
                  <a:pt x="89" y="367"/>
                  <a:pt x="97" y="375"/>
                  <a:pt x="92" y="381"/>
                </a:cubicBezTo>
                <a:cubicBezTo>
                  <a:pt x="88" y="388"/>
                  <a:pt x="88" y="395"/>
                  <a:pt x="86" y="398"/>
                </a:cubicBezTo>
                <a:cubicBezTo>
                  <a:pt x="84" y="401"/>
                  <a:pt x="78" y="404"/>
                  <a:pt x="78" y="409"/>
                </a:cubicBezTo>
                <a:cubicBezTo>
                  <a:pt x="78" y="415"/>
                  <a:pt x="75" y="423"/>
                  <a:pt x="71" y="430"/>
                </a:cubicBezTo>
                <a:cubicBezTo>
                  <a:pt x="67" y="437"/>
                  <a:pt x="66" y="441"/>
                  <a:pt x="68" y="443"/>
                </a:cubicBezTo>
                <a:cubicBezTo>
                  <a:pt x="69" y="445"/>
                  <a:pt x="72" y="449"/>
                  <a:pt x="72" y="455"/>
                </a:cubicBezTo>
                <a:cubicBezTo>
                  <a:pt x="71" y="460"/>
                  <a:pt x="67" y="466"/>
                  <a:pt x="69" y="467"/>
                </a:cubicBezTo>
                <a:cubicBezTo>
                  <a:pt x="71" y="469"/>
                  <a:pt x="75" y="470"/>
                  <a:pt x="75" y="470"/>
                </a:cubicBezTo>
                <a:cubicBezTo>
                  <a:pt x="83" y="473"/>
                  <a:pt x="83" y="473"/>
                  <a:pt x="83" y="473"/>
                </a:cubicBezTo>
                <a:cubicBezTo>
                  <a:pt x="92" y="474"/>
                  <a:pt x="92" y="474"/>
                  <a:pt x="92" y="474"/>
                </a:cubicBezTo>
                <a:cubicBezTo>
                  <a:pt x="92" y="474"/>
                  <a:pt x="101" y="484"/>
                  <a:pt x="104" y="487"/>
                </a:cubicBezTo>
                <a:cubicBezTo>
                  <a:pt x="106" y="489"/>
                  <a:pt x="112" y="491"/>
                  <a:pt x="112" y="493"/>
                </a:cubicBezTo>
                <a:cubicBezTo>
                  <a:pt x="112" y="496"/>
                  <a:pt x="122" y="503"/>
                  <a:pt x="125" y="503"/>
                </a:cubicBezTo>
                <a:cubicBezTo>
                  <a:pt x="128" y="504"/>
                  <a:pt x="132" y="503"/>
                  <a:pt x="130" y="511"/>
                </a:cubicBezTo>
                <a:cubicBezTo>
                  <a:pt x="128" y="519"/>
                  <a:pt x="130" y="519"/>
                  <a:pt x="132" y="522"/>
                </a:cubicBezTo>
                <a:cubicBezTo>
                  <a:pt x="133" y="525"/>
                  <a:pt x="139" y="533"/>
                  <a:pt x="142" y="531"/>
                </a:cubicBezTo>
                <a:cubicBezTo>
                  <a:pt x="144" y="530"/>
                  <a:pt x="146" y="525"/>
                  <a:pt x="148" y="533"/>
                </a:cubicBezTo>
                <a:cubicBezTo>
                  <a:pt x="149" y="541"/>
                  <a:pt x="152" y="542"/>
                  <a:pt x="152" y="542"/>
                </a:cubicBezTo>
                <a:cubicBezTo>
                  <a:pt x="152" y="542"/>
                  <a:pt x="153" y="550"/>
                  <a:pt x="156" y="551"/>
                </a:cubicBezTo>
                <a:cubicBezTo>
                  <a:pt x="158" y="551"/>
                  <a:pt x="160" y="561"/>
                  <a:pt x="166" y="557"/>
                </a:cubicBezTo>
                <a:cubicBezTo>
                  <a:pt x="171" y="552"/>
                  <a:pt x="178" y="549"/>
                  <a:pt x="182" y="547"/>
                </a:cubicBezTo>
                <a:cubicBezTo>
                  <a:pt x="186" y="545"/>
                  <a:pt x="189" y="544"/>
                  <a:pt x="190" y="549"/>
                </a:cubicBezTo>
                <a:cubicBezTo>
                  <a:pt x="192" y="555"/>
                  <a:pt x="197" y="561"/>
                  <a:pt x="199" y="563"/>
                </a:cubicBezTo>
                <a:cubicBezTo>
                  <a:pt x="199" y="563"/>
                  <a:pt x="214" y="554"/>
                  <a:pt x="219" y="553"/>
                </a:cubicBezTo>
                <a:cubicBezTo>
                  <a:pt x="219" y="553"/>
                  <a:pt x="221" y="536"/>
                  <a:pt x="213" y="535"/>
                </a:cubicBezTo>
                <a:cubicBezTo>
                  <a:pt x="213" y="535"/>
                  <a:pt x="214" y="525"/>
                  <a:pt x="216" y="523"/>
                </a:cubicBezTo>
                <a:cubicBezTo>
                  <a:pt x="219" y="521"/>
                  <a:pt x="218" y="517"/>
                  <a:pt x="214" y="514"/>
                </a:cubicBezTo>
                <a:cubicBezTo>
                  <a:pt x="210" y="511"/>
                  <a:pt x="206" y="506"/>
                  <a:pt x="208" y="503"/>
                </a:cubicBezTo>
                <a:cubicBezTo>
                  <a:pt x="210" y="501"/>
                  <a:pt x="222" y="491"/>
                  <a:pt x="229" y="491"/>
                </a:cubicBezTo>
                <a:cubicBezTo>
                  <a:pt x="236" y="490"/>
                  <a:pt x="242" y="488"/>
                  <a:pt x="248" y="484"/>
                </a:cubicBezTo>
                <a:cubicBezTo>
                  <a:pt x="248" y="484"/>
                  <a:pt x="258" y="484"/>
                  <a:pt x="259" y="482"/>
                </a:cubicBezTo>
                <a:cubicBezTo>
                  <a:pt x="260" y="480"/>
                  <a:pt x="263" y="477"/>
                  <a:pt x="269" y="475"/>
                </a:cubicBezTo>
                <a:cubicBezTo>
                  <a:pt x="275" y="473"/>
                  <a:pt x="277" y="464"/>
                  <a:pt x="281" y="462"/>
                </a:cubicBezTo>
                <a:cubicBezTo>
                  <a:pt x="285" y="460"/>
                  <a:pt x="294" y="452"/>
                  <a:pt x="295" y="443"/>
                </a:cubicBezTo>
                <a:cubicBezTo>
                  <a:pt x="296" y="435"/>
                  <a:pt x="302" y="429"/>
                  <a:pt x="310" y="429"/>
                </a:cubicBezTo>
                <a:cubicBezTo>
                  <a:pt x="319" y="429"/>
                  <a:pt x="333" y="429"/>
                  <a:pt x="336" y="427"/>
                </a:cubicBezTo>
                <a:cubicBezTo>
                  <a:pt x="340" y="424"/>
                  <a:pt x="352" y="423"/>
                  <a:pt x="358" y="424"/>
                </a:cubicBezTo>
                <a:cubicBezTo>
                  <a:pt x="363" y="425"/>
                  <a:pt x="364" y="429"/>
                  <a:pt x="376" y="429"/>
                </a:cubicBezTo>
                <a:cubicBezTo>
                  <a:pt x="387" y="428"/>
                  <a:pt x="407" y="427"/>
                  <a:pt x="407" y="427"/>
                </a:cubicBezTo>
                <a:cubicBezTo>
                  <a:pt x="407" y="427"/>
                  <a:pt x="416" y="415"/>
                  <a:pt x="422" y="411"/>
                </a:cubicBezTo>
                <a:cubicBezTo>
                  <a:pt x="429" y="407"/>
                  <a:pt x="439" y="407"/>
                  <a:pt x="441" y="400"/>
                </a:cubicBezTo>
                <a:cubicBezTo>
                  <a:pt x="443" y="393"/>
                  <a:pt x="440" y="388"/>
                  <a:pt x="450" y="389"/>
                </a:cubicBezTo>
                <a:cubicBezTo>
                  <a:pt x="461" y="389"/>
                  <a:pt x="479" y="393"/>
                  <a:pt x="484" y="386"/>
                </a:cubicBezTo>
                <a:cubicBezTo>
                  <a:pt x="488" y="379"/>
                  <a:pt x="498" y="373"/>
                  <a:pt x="500" y="370"/>
                </a:cubicBezTo>
                <a:cubicBezTo>
                  <a:pt x="502" y="367"/>
                  <a:pt x="504" y="366"/>
                  <a:pt x="510" y="366"/>
                </a:cubicBezTo>
                <a:cubicBezTo>
                  <a:pt x="516" y="366"/>
                  <a:pt x="520" y="361"/>
                  <a:pt x="520" y="361"/>
                </a:cubicBezTo>
                <a:cubicBezTo>
                  <a:pt x="520" y="361"/>
                  <a:pt x="526" y="339"/>
                  <a:pt x="528" y="337"/>
                </a:cubicBezTo>
                <a:cubicBezTo>
                  <a:pt x="531" y="335"/>
                  <a:pt x="541" y="331"/>
                  <a:pt x="547" y="327"/>
                </a:cubicBezTo>
                <a:cubicBezTo>
                  <a:pt x="553" y="322"/>
                  <a:pt x="566" y="327"/>
                  <a:pt x="570" y="326"/>
                </a:cubicBezTo>
                <a:cubicBezTo>
                  <a:pt x="574" y="325"/>
                  <a:pt x="577" y="333"/>
                  <a:pt x="591" y="335"/>
                </a:cubicBezTo>
                <a:cubicBezTo>
                  <a:pt x="605" y="337"/>
                  <a:pt x="622" y="340"/>
                  <a:pt x="628" y="346"/>
                </a:cubicBezTo>
                <a:cubicBezTo>
                  <a:pt x="634" y="352"/>
                  <a:pt x="636" y="363"/>
                  <a:pt x="648" y="366"/>
                </a:cubicBezTo>
                <a:cubicBezTo>
                  <a:pt x="660" y="369"/>
                  <a:pt x="676" y="371"/>
                  <a:pt x="680" y="374"/>
                </a:cubicBezTo>
                <a:cubicBezTo>
                  <a:pt x="684" y="377"/>
                  <a:pt x="687" y="376"/>
                  <a:pt x="687" y="376"/>
                </a:cubicBezTo>
                <a:cubicBezTo>
                  <a:pt x="687" y="376"/>
                  <a:pt x="700" y="361"/>
                  <a:pt x="705" y="360"/>
                </a:cubicBezTo>
                <a:cubicBezTo>
                  <a:pt x="710" y="359"/>
                  <a:pt x="730" y="355"/>
                  <a:pt x="736" y="359"/>
                </a:cubicBezTo>
                <a:cubicBezTo>
                  <a:pt x="742" y="363"/>
                  <a:pt x="754" y="372"/>
                  <a:pt x="758" y="373"/>
                </a:cubicBezTo>
                <a:cubicBezTo>
                  <a:pt x="761" y="373"/>
                  <a:pt x="765" y="371"/>
                  <a:pt x="772" y="367"/>
                </a:cubicBezTo>
                <a:cubicBezTo>
                  <a:pt x="772" y="367"/>
                  <a:pt x="768" y="363"/>
                  <a:pt x="772" y="363"/>
                </a:cubicBezTo>
                <a:close/>
              </a:path>
            </a:pathLst>
          </a:custGeom>
          <a:solidFill>
            <a:srgbClr val="EDAB37"/>
          </a:solidFill>
          <a:ln w="9525" cap="rnd">
            <a:solidFill>
              <a:srgbClr val="EDAB37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73" name="Freeform 100">
            <a:extLst>
              <a:ext uri="{FF2B5EF4-FFF2-40B4-BE49-F238E27FC236}">
                <a16:creationId xmlns:a16="http://schemas.microsoft.com/office/drawing/2014/main" id="{33FA2FE0-A217-AFB1-FF07-79561C8E86C2}"/>
              </a:ext>
            </a:extLst>
          </p:cNvPr>
          <p:cNvSpPr>
            <a:spLocks/>
          </p:cNvSpPr>
          <p:nvPr/>
        </p:nvSpPr>
        <p:spPr bwMode="auto">
          <a:xfrm>
            <a:off x="2426375" y="3679030"/>
            <a:ext cx="103785" cy="111569"/>
          </a:xfrm>
          <a:custGeom>
            <a:avLst/>
            <a:gdLst/>
            <a:ahLst/>
            <a:cxnLst>
              <a:cxn ang="0">
                <a:pos x="68" y="22"/>
              </a:cxn>
              <a:cxn ang="0">
                <a:pos x="72" y="13"/>
              </a:cxn>
              <a:cxn ang="0">
                <a:pos x="47" y="13"/>
              </a:cxn>
              <a:cxn ang="0">
                <a:pos x="42" y="3"/>
              </a:cxn>
              <a:cxn ang="0">
                <a:pos x="34" y="3"/>
              </a:cxn>
              <a:cxn ang="0">
                <a:pos x="19" y="1"/>
              </a:cxn>
              <a:cxn ang="0">
                <a:pos x="26" y="11"/>
              </a:cxn>
              <a:cxn ang="0">
                <a:pos x="33" y="11"/>
              </a:cxn>
              <a:cxn ang="0">
                <a:pos x="46" y="26"/>
              </a:cxn>
              <a:cxn ang="0">
                <a:pos x="19" y="44"/>
              </a:cxn>
              <a:cxn ang="0">
                <a:pos x="6" y="62"/>
              </a:cxn>
              <a:cxn ang="0">
                <a:pos x="20" y="70"/>
              </a:cxn>
              <a:cxn ang="0">
                <a:pos x="18" y="78"/>
              </a:cxn>
              <a:cxn ang="0">
                <a:pos x="27" y="78"/>
              </a:cxn>
              <a:cxn ang="0">
                <a:pos x="44" y="78"/>
              </a:cxn>
              <a:cxn ang="0">
                <a:pos x="62" y="72"/>
              </a:cxn>
              <a:cxn ang="0">
                <a:pos x="77" y="67"/>
              </a:cxn>
              <a:cxn ang="0">
                <a:pos x="77" y="66"/>
              </a:cxn>
              <a:cxn ang="0">
                <a:pos x="64" y="52"/>
              </a:cxn>
              <a:cxn ang="0">
                <a:pos x="68" y="22"/>
              </a:cxn>
            </a:cxnLst>
            <a:rect l="0" t="0" r="r" b="b"/>
            <a:pathLst>
              <a:path w="77" h="84">
                <a:moveTo>
                  <a:pt x="68" y="22"/>
                </a:moveTo>
                <a:cubicBezTo>
                  <a:pt x="72" y="16"/>
                  <a:pt x="72" y="13"/>
                  <a:pt x="72" y="13"/>
                </a:cubicBezTo>
                <a:cubicBezTo>
                  <a:pt x="72" y="13"/>
                  <a:pt x="53" y="13"/>
                  <a:pt x="47" y="13"/>
                </a:cubicBezTo>
                <a:cubicBezTo>
                  <a:pt x="44" y="13"/>
                  <a:pt x="42" y="7"/>
                  <a:pt x="42" y="3"/>
                </a:cubicBezTo>
                <a:cubicBezTo>
                  <a:pt x="42" y="3"/>
                  <a:pt x="37" y="1"/>
                  <a:pt x="34" y="3"/>
                </a:cubicBezTo>
                <a:cubicBezTo>
                  <a:pt x="31" y="4"/>
                  <a:pt x="28" y="0"/>
                  <a:pt x="19" y="1"/>
                </a:cubicBezTo>
                <a:cubicBezTo>
                  <a:pt x="26" y="11"/>
                  <a:pt x="26" y="11"/>
                  <a:pt x="26" y="11"/>
                </a:cubicBezTo>
                <a:cubicBezTo>
                  <a:pt x="33" y="11"/>
                  <a:pt x="33" y="11"/>
                  <a:pt x="33" y="11"/>
                </a:cubicBezTo>
                <a:cubicBezTo>
                  <a:pt x="46" y="26"/>
                  <a:pt x="46" y="26"/>
                  <a:pt x="46" y="26"/>
                </a:cubicBezTo>
                <a:cubicBezTo>
                  <a:pt x="46" y="26"/>
                  <a:pt x="29" y="39"/>
                  <a:pt x="19" y="44"/>
                </a:cubicBezTo>
                <a:cubicBezTo>
                  <a:pt x="10" y="49"/>
                  <a:pt x="0" y="56"/>
                  <a:pt x="6" y="62"/>
                </a:cubicBezTo>
                <a:cubicBezTo>
                  <a:pt x="12" y="67"/>
                  <a:pt x="20" y="70"/>
                  <a:pt x="20" y="70"/>
                </a:cubicBezTo>
                <a:cubicBezTo>
                  <a:pt x="18" y="78"/>
                  <a:pt x="18" y="78"/>
                  <a:pt x="18" y="78"/>
                </a:cubicBezTo>
                <a:cubicBezTo>
                  <a:pt x="18" y="78"/>
                  <a:pt x="25" y="79"/>
                  <a:pt x="27" y="78"/>
                </a:cubicBezTo>
                <a:cubicBezTo>
                  <a:pt x="28" y="77"/>
                  <a:pt x="33" y="84"/>
                  <a:pt x="44" y="78"/>
                </a:cubicBezTo>
                <a:cubicBezTo>
                  <a:pt x="55" y="71"/>
                  <a:pt x="59" y="71"/>
                  <a:pt x="62" y="72"/>
                </a:cubicBezTo>
                <a:cubicBezTo>
                  <a:pt x="65" y="73"/>
                  <a:pt x="73" y="71"/>
                  <a:pt x="77" y="67"/>
                </a:cubicBezTo>
                <a:cubicBezTo>
                  <a:pt x="77" y="66"/>
                  <a:pt x="77" y="66"/>
                  <a:pt x="77" y="66"/>
                </a:cubicBezTo>
                <a:cubicBezTo>
                  <a:pt x="71" y="61"/>
                  <a:pt x="65" y="54"/>
                  <a:pt x="64" y="52"/>
                </a:cubicBezTo>
                <a:cubicBezTo>
                  <a:pt x="61" y="47"/>
                  <a:pt x="65" y="27"/>
                  <a:pt x="68" y="22"/>
                </a:cubicBezTo>
                <a:close/>
              </a:path>
            </a:pathLst>
          </a:custGeom>
          <a:solidFill>
            <a:srgbClr val="A9D538">
              <a:lumMod val="75000"/>
            </a:srgbClr>
          </a:solidFill>
          <a:ln w="9525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74" name="Freeform 29">
            <a:extLst>
              <a:ext uri="{FF2B5EF4-FFF2-40B4-BE49-F238E27FC236}">
                <a16:creationId xmlns:a16="http://schemas.microsoft.com/office/drawing/2014/main" id="{DD1ADA36-489F-5C17-7C00-CC12675A77C8}"/>
              </a:ext>
            </a:extLst>
          </p:cNvPr>
          <p:cNvSpPr>
            <a:spLocks/>
          </p:cNvSpPr>
          <p:nvPr/>
        </p:nvSpPr>
        <p:spPr bwMode="auto">
          <a:xfrm>
            <a:off x="2105675" y="3565757"/>
            <a:ext cx="353547" cy="203662"/>
          </a:xfrm>
          <a:custGeom>
            <a:avLst/>
            <a:gdLst/>
            <a:ahLst/>
            <a:cxnLst>
              <a:cxn ang="0">
                <a:pos x="257" y="54"/>
              </a:cxn>
              <a:cxn ang="0">
                <a:pos x="266" y="43"/>
              </a:cxn>
              <a:cxn ang="0">
                <a:pos x="259" y="22"/>
              </a:cxn>
              <a:cxn ang="0">
                <a:pos x="242" y="0"/>
              </a:cxn>
              <a:cxn ang="0">
                <a:pos x="236" y="16"/>
              </a:cxn>
              <a:cxn ang="0">
                <a:pos x="229" y="31"/>
              </a:cxn>
              <a:cxn ang="0">
                <a:pos x="201" y="35"/>
              </a:cxn>
              <a:cxn ang="0">
                <a:pos x="163" y="25"/>
              </a:cxn>
              <a:cxn ang="0">
                <a:pos x="141" y="21"/>
              </a:cxn>
              <a:cxn ang="0">
                <a:pos x="141" y="20"/>
              </a:cxn>
              <a:cxn ang="0">
                <a:pos x="137" y="20"/>
              </a:cxn>
              <a:cxn ang="0">
                <a:pos x="116" y="15"/>
              </a:cxn>
              <a:cxn ang="0">
                <a:pos x="90" y="13"/>
              </a:cxn>
              <a:cxn ang="0">
                <a:pos x="65" y="11"/>
              </a:cxn>
              <a:cxn ang="0">
                <a:pos x="45" y="9"/>
              </a:cxn>
              <a:cxn ang="0">
                <a:pos x="25" y="15"/>
              </a:cxn>
              <a:cxn ang="0">
                <a:pos x="26" y="15"/>
              </a:cxn>
              <a:cxn ang="0">
                <a:pos x="24" y="24"/>
              </a:cxn>
              <a:cxn ang="0">
                <a:pos x="20" y="33"/>
              </a:cxn>
              <a:cxn ang="0">
                <a:pos x="23" y="47"/>
              </a:cxn>
              <a:cxn ang="0">
                <a:pos x="23" y="47"/>
              </a:cxn>
              <a:cxn ang="0">
                <a:pos x="35" y="50"/>
              </a:cxn>
              <a:cxn ang="0">
                <a:pos x="28" y="60"/>
              </a:cxn>
              <a:cxn ang="0">
                <a:pos x="4" y="64"/>
              </a:cxn>
              <a:cxn ang="0">
                <a:pos x="5" y="94"/>
              </a:cxn>
              <a:cxn ang="0">
                <a:pos x="31" y="91"/>
              </a:cxn>
              <a:cxn ang="0">
                <a:pos x="35" y="96"/>
              </a:cxn>
              <a:cxn ang="0">
                <a:pos x="34" y="118"/>
              </a:cxn>
              <a:cxn ang="0">
                <a:pos x="88" y="109"/>
              </a:cxn>
              <a:cxn ang="0">
                <a:pos x="94" y="89"/>
              </a:cxn>
              <a:cxn ang="0">
                <a:pos x="97" y="77"/>
              </a:cxn>
              <a:cxn ang="0">
                <a:pos x="113" y="55"/>
              </a:cxn>
              <a:cxn ang="0">
                <a:pos x="122" y="58"/>
              </a:cxn>
              <a:cxn ang="0">
                <a:pos x="140" y="56"/>
              </a:cxn>
              <a:cxn ang="0">
                <a:pos x="150" y="73"/>
              </a:cxn>
              <a:cxn ang="0">
                <a:pos x="138" y="101"/>
              </a:cxn>
              <a:cxn ang="0">
                <a:pos x="136" y="103"/>
              </a:cxn>
              <a:cxn ang="0">
                <a:pos x="148" y="103"/>
              </a:cxn>
              <a:cxn ang="0">
                <a:pos x="162" y="102"/>
              </a:cxn>
              <a:cxn ang="0">
                <a:pos x="159" y="131"/>
              </a:cxn>
              <a:cxn ang="0">
                <a:pos x="164" y="153"/>
              </a:cxn>
              <a:cxn ang="0">
                <a:pos x="192" y="146"/>
              </a:cxn>
              <a:cxn ang="0">
                <a:pos x="180" y="120"/>
              </a:cxn>
              <a:cxn ang="0">
                <a:pos x="172" y="95"/>
              </a:cxn>
              <a:cxn ang="0">
                <a:pos x="169" y="86"/>
              </a:cxn>
              <a:cxn ang="0">
                <a:pos x="220" y="79"/>
              </a:cxn>
              <a:cxn ang="0">
                <a:pos x="229" y="83"/>
              </a:cxn>
              <a:cxn ang="0">
                <a:pos x="231" y="89"/>
              </a:cxn>
              <a:cxn ang="0">
                <a:pos x="246" y="90"/>
              </a:cxn>
              <a:cxn ang="0">
                <a:pos x="261" y="86"/>
              </a:cxn>
              <a:cxn ang="0">
                <a:pos x="249" y="74"/>
              </a:cxn>
              <a:cxn ang="0">
                <a:pos x="243" y="56"/>
              </a:cxn>
              <a:cxn ang="0">
                <a:pos x="248" y="35"/>
              </a:cxn>
              <a:cxn ang="0">
                <a:pos x="253" y="35"/>
              </a:cxn>
              <a:cxn ang="0">
                <a:pos x="252" y="45"/>
              </a:cxn>
              <a:cxn ang="0">
                <a:pos x="257" y="54"/>
              </a:cxn>
            </a:cxnLst>
            <a:rect l="0" t="0" r="r" b="b"/>
            <a:pathLst>
              <a:path w="266" h="153">
                <a:moveTo>
                  <a:pt x="257" y="54"/>
                </a:moveTo>
                <a:cubicBezTo>
                  <a:pt x="263" y="54"/>
                  <a:pt x="266" y="47"/>
                  <a:pt x="266" y="43"/>
                </a:cubicBezTo>
                <a:cubicBezTo>
                  <a:pt x="266" y="39"/>
                  <a:pt x="261" y="25"/>
                  <a:pt x="259" y="22"/>
                </a:cubicBezTo>
                <a:cubicBezTo>
                  <a:pt x="258" y="19"/>
                  <a:pt x="250" y="4"/>
                  <a:pt x="242" y="0"/>
                </a:cubicBezTo>
                <a:cubicBezTo>
                  <a:pt x="239" y="4"/>
                  <a:pt x="236" y="10"/>
                  <a:pt x="236" y="16"/>
                </a:cubicBezTo>
                <a:cubicBezTo>
                  <a:pt x="236" y="16"/>
                  <a:pt x="238" y="26"/>
                  <a:pt x="229" y="31"/>
                </a:cubicBezTo>
                <a:cubicBezTo>
                  <a:pt x="221" y="36"/>
                  <a:pt x="216" y="38"/>
                  <a:pt x="201" y="35"/>
                </a:cubicBezTo>
                <a:cubicBezTo>
                  <a:pt x="187" y="31"/>
                  <a:pt x="171" y="28"/>
                  <a:pt x="163" y="25"/>
                </a:cubicBezTo>
                <a:cubicBezTo>
                  <a:pt x="155" y="21"/>
                  <a:pt x="141" y="21"/>
                  <a:pt x="141" y="21"/>
                </a:cubicBezTo>
                <a:cubicBezTo>
                  <a:pt x="141" y="20"/>
                  <a:pt x="141" y="20"/>
                  <a:pt x="141" y="20"/>
                </a:cubicBezTo>
                <a:cubicBezTo>
                  <a:pt x="140" y="21"/>
                  <a:pt x="138" y="21"/>
                  <a:pt x="137" y="20"/>
                </a:cubicBezTo>
                <a:cubicBezTo>
                  <a:pt x="134" y="20"/>
                  <a:pt x="119" y="14"/>
                  <a:pt x="116" y="15"/>
                </a:cubicBezTo>
                <a:cubicBezTo>
                  <a:pt x="113" y="15"/>
                  <a:pt x="99" y="13"/>
                  <a:pt x="90" y="13"/>
                </a:cubicBezTo>
                <a:cubicBezTo>
                  <a:pt x="80" y="12"/>
                  <a:pt x="67" y="10"/>
                  <a:pt x="65" y="11"/>
                </a:cubicBezTo>
                <a:cubicBezTo>
                  <a:pt x="62" y="12"/>
                  <a:pt x="55" y="7"/>
                  <a:pt x="45" y="9"/>
                </a:cubicBezTo>
                <a:cubicBezTo>
                  <a:pt x="37" y="11"/>
                  <a:pt x="33" y="13"/>
                  <a:pt x="25" y="15"/>
                </a:cubicBezTo>
                <a:cubicBezTo>
                  <a:pt x="25" y="15"/>
                  <a:pt x="25" y="15"/>
                  <a:pt x="26" y="15"/>
                </a:cubicBezTo>
                <a:cubicBezTo>
                  <a:pt x="26" y="18"/>
                  <a:pt x="26" y="24"/>
                  <a:pt x="24" y="24"/>
                </a:cubicBezTo>
                <a:cubicBezTo>
                  <a:pt x="21" y="24"/>
                  <a:pt x="20" y="31"/>
                  <a:pt x="20" y="33"/>
                </a:cubicBezTo>
                <a:cubicBezTo>
                  <a:pt x="21" y="34"/>
                  <a:pt x="22" y="42"/>
                  <a:pt x="23" y="47"/>
                </a:cubicBezTo>
                <a:cubicBezTo>
                  <a:pt x="23" y="47"/>
                  <a:pt x="23" y="47"/>
                  <a:pt x="23" y="47"/>
                </a:cubicBezTo>
                <a:cubicBezTo>
                  <a:pt x="23" y="47"/>
                  <a:pt x="36" y="44"/>
                  <a:pt x="35" y="50"/>
                </a:cubicBezTo>
                <a:cubicBezTo>
                  <a:pt x="34" y="57"/>
                  <a:pt x="35" y="58"/>
                  <a:pt x="28" y="60"/>
                </a:cubicBezTo>
                <a:cubicBezTo>
                  <a:pt x="24" y="60"/>
                  <a:pt x="0" y="65"/>
                  <a:pt x="4" y="64"/>
                </a:cubicBezTo>
                <a:cubicBezTo>
                  <a:pt x="5" y="94"/>
                  <a:pt x="5" y="94"/>
                  <a:pt x="5" y="94"/>
                </a:cubicBezTo>
                <a:cubicBezTo>
                  <a:pt x="31" y="91"/>
                  <a:pt x="31" y="91"/>
                  <a:pt x="31" y="91"/>
                </a:cubicBezTo>
                <a:cubicBezTo>
                  <a:pt x="35" y="96"/>
                  <a:pt x="35" y="96"/>
                  <a:pt x="35" y="96"/>
                </a:cubicBezTo>
                <a:cubicBezTo>
                  <a:pt x="35" y="96"/>
                  <a:pt x="35" y="106"/>
                  <a:pt x="34" y="118"/>
                </a:cubicBezTo>
                <a:cubicBezTo>
                  <a:pt x="88" y="109"/>
                  <a:pt x="88" y="109"/>
                  <a:pt x="88" y="109"/>
                </a:cubicBezTo>
                <a:cubicBezTo>
                  <a:pt x="89" y="105"/>
                  <a:pt x="94" y="89"/>
                  <a:pt x="94" y="89"/>
                </a:cubicBezTo>
                <a:cubicBezTo>
                  <a:pt x="94" y="89"/>
                  <a:pt x="95" y="82"/>
                  <a:pt x="97" y="77"/>
                </a:cubicBezTo>
                <a:cubicBezTo>
                  <a:pt x="98" y="71"/>
                  <a:pt x="113" y="55"/>
                  <a:pt x="113" y="55"/>
                </a:cubicBezTo>
                <a:cubicBezTo>
                  <a:pt x="113" y="55"/>
                  <a:pt x="117" y="57"/>
                  <a:pt x="122" y="58"/>
                </a:cubicBezTo>
                <a:cubicBezTo>
                  <a:pt x="127" y="58"/>
                  <a:pt x="134" y="56"/>
                  <a:pt x="140" y="56"/>
                </a:cubicBezTo>
                <a:cubicBezTo>
                  <a:pt x="146" y="56"/>
                  <a:pt x="147" y="60"/>
                  <a:pt x="150" y="73"/>
                </a:cubicBezTo>
                <a:cubicBezTo>
                  <a:pt x="154" y="87"/>
                  <a:pt x="142" y="97"/>
                  <a:pt x="138" y="101"/>
                </a:cubicBezTo>
                <a:cubicBezTo>
                  <a:pt x="137" y="101"/>
                  <a:pt x="136" y="102"/>
                  <a:pt x="136" y="103"/>
                </a:cubicBezTo>
                <a:cubicBezTo>
                  <a:pt x="139" y="103"/>
                  <a:pt x="143" y="103"/>
                  <a:pt x="148" y="103"/>
                </a:cubicBezTo>
                <a:cubicBezTo>
                  <a:pt x="157" y="103"/>
                  <a:pt x="162" y="102"/>
                  <a:pt x="162" y="102"/>
                </a:cubicBezTo>
                <a:cubicBezTo>
                  <a:pt x="162" y="102"/>
                  <a:pt x="160" y="119"/>
                  <a:pt x="159" y="131"/>
                </a:cubicBezTo>
                <a:cubicBezTo>
                  <a:pt x="159" y="143"/>
                  <a:pt x="164" y="153"/>
                  <a:pt x="164" y="153"/>
                </a:cubicBezTo>
                <a:cubicBezTo>
                  <a:pt x="164" y="153"/>
                  <a:pt x="179" y="146"/>
                  <a:pt x="192" y="146"/>
                </a:cubicBezTo>
                <a:cubicBezTo>
                  <a:pt x="180" y="120"/>
                  <a:pt x="180" y="120"/>
                  <a:pt x="180" y="120"/>
                </a:cubicBezTo>
                <a:cubicBezTo>
                  <a:pt x="180" y="120"/>
                  <a:pt x="175" y="100"/>
                  <a:pt x="172" y="95"/>
                </a:cubicBezTo>
                <a:cubicBezTo>
                  <a:pt x="169" y="91"/>
                  <a:pt x="169" y="86"/>
                  <a:pt x="169" y="86"/>
                </a:cubicBezTo>
                <a:cubicBezTo>
                  <a:pt x="169" y="86"/>
                  <a:pt x="214" y="78"/>
                  <a:pt x="220" y="79"/>
                </a:cubicBezTo>
                <a:cubicBezTo>
                  <a:pt x="225" y="79"/>
                  <a:pt x="228" y="79"/>
                  <a:pt x="229" y="83"/>
                </a:cubicBezTo>
                <a:cubicBezTo>
                  <a:pt x="229" y="86"/>
                  <a:pt x="231" y="89"/>
                  <a:pt x="231" y="89"/>
                </a:cubicBezTo>
                <a:cubicBezTo>
                  <a:pt x="231" y="89"/>
                  <a:pt x="242" y="90"/>
                  <a:pt x="246" y="90"/>
                </a:cubicBezTo>
                <a:cubicBezTo>
                  <a:pt x="249" y="89"/>
                  <a:pt x="261" y="86"/>
                  <a:pt x="261" y="86"/>
                </a:cubicBezTo>
                <a:cubicBezTo>
                  <a:pt x="261" y="86"/>
                  <a:pt x="254" y="75"/>
                  <a:pt x="249" y="74"/>
                </a:cubicBezTo>
                <a:cubicBezTo>
                  <a:pt x="245" y="74"/>
                  <a:pt x="241" y="65"/>
                  <a:pt x="243" y="56"/>
                </a:cubicBezTo>
                <a:cubicBezTo>
                  <a:pt x="244" y="48"/>
                  <a:pt x="248" y="35"/>
                  <a:pt x="248" y="35"/>
                </a:cubicBezTo>
                <a:cubicBezTo>
                  <a:pt x="253" y="35"/>
                  <a:pt x="253" y="35"/>
                  <a:pt x="253" y="35"/>
                </a:cubicBezTo>
                <a:cubicBezTo>
                  <a:pt x="253" y="35"/>
                  <a:pt x="252" y="43"/>
                  <a:pt x="252" y="45"/>
                </a:cubicBezTo>
                <a:cubicBezTo>
                  <a:pt x="252" y="46"/>
                  <a:pt x="252" y="54"/>
                  <a:pt x="257" y="54"/>
                </a:cubicBezTo>
                <a:close/>
              </a:path>
            </a:pathLst>
          </a:custGeom>
          <a:solidFill>
            <a:srgbClr val="A9D538">
              <a:lumMod val="75000"/>
            </a:srgbClr>
          </a:solidFill>
          <a:ln w="9525" cap="flat">
            <a:solidFill>
              <a:srgbClr val="84B22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75" name="Freeform 90">
            <a:extLst>
              <a:ext uri="{FF2B5EF4-FFF2-40B4-BE49-F238E27FC236}">
                <a16:creationId xmlns:a16="http://schemas.microsoft.com/office/drawing/2014/main" id="{6D6F65C9-79E4-D5BD-B5C6-166985CAD42E}"/>
              </a:ext>
            </a:extLst>
          </p:cNvPr>
          <p:cNvSpPr>
            <a:spLocks/>
          </p:cNvSpPr>
          <p:nvPr/>
        </p:nvSpPr>
        <p:spPr bwMode="auto">
          <a:xfrm>
            <a:off x="2158109" y="3782004"/>
            <a:ext cx="98596" cy="98597"/>
          </a:xfrm>
          <a:custGeom>
            <a:avLst/>
            <a:gdLst/>
            <a:ahLst/>
            <a:cxnLst>
              <a:cxn ang="0">
                <a:pos x="51" y="14"/>
              </a:cxn>
              <a:cxn ang="0">
                <a:pos x="44" y="8"/>
              </a:cxn>
              <a:cxn ang="0">
                <a:pos x="16" y="0"/>
              </a:cxn>
              <a:cxn ang="0">
                <a:pos x="14" y="6"/>
              </a:cxn>
              <a:cxn ang="0">
                <a:pos x="8" y="8"/>
              </a:cxn>
              <a:cxn ang="0">
                <a:pos x="10" y="14"/>
              </a:cxn>
              <a:cxn ang="0">
                <a:pos x="0" y="37"/>
              </a:cxn>
              <a:cxn ang="0">
                <a:pos x="13" y="48"/>
              </a:cxn>
              <a:cxn ang="0">
                <a:pos x="27" y="55"/>
              </a:cxn>
              <a:cxn ang="0">
                <a:pos x="43" y="64"/>
              </a:cxn>
              <a:cxn ang="0">
                <a:pos x="52" y="73"/>
              </a:cxn>
              <a:cxn ang="0">
                <a:pos x="75" y="28"/>
              </a:cxn>
              <a:cxn ang="0">
                <a:pos x="51" y="14"/>
              </a:cxn>
            </a:cxnLst>
            <a:rect l="0" t="0" r="r" b="b"/>
            <a:pathLst>
              <a:path w="75" h="73">
                <a:moveTo>
                  <a:pt x="51" y="14"/>
                </a:moveTo>
                <a:cubicBezTo>
                  <a:pt x="48" y="11"/>
                  <a:pt x="44" y="8"/>
                  <a:pt x="44" y="8"/>
                </a:cubicBezTo>
                <a:cubicBezTo>
                  <a:pt x="16" y="0"/>
                  <a:pt x="16" y="0"/>
                  <a:pt x="16" y="0"/>
                </a:cubicBezTo>
                <a:cubicBezTo>
                  <a:pt x="14" y="6"/>
                  <a:pt x="14" y="6"/>
                  <a:pt x="14" y="6"/>
                </a:cubicBezTo>
                <a:cubicBezTo>
                  <a:pt x="8" y="8"/>
                  <a:pt x="8" y="8"/>
                  <a:pt x="8" y="8"/>
                </a:cubicBezTo>
                <a:cubicBezTo>
                  <a:pt x="10" y="14"/>
                  <a:pt x="10" y="14"/>
                  <a:pt x="10" y="14"/>
                </a:cubicBezTo>
                <a:cubicBezTo>
                  <a:pt x="10" y="14"/>
                  <a:pt x="4" y="27"/>
                  <a:pt x="0" y="37"/>
                </a:cubicBezTo>
                <a:cubicBezTo>
                  <a:pt x="4" y="40"/>
                  <a:pt x="11" y="44"/>
                  <a:pt x="13" y="48"/>
                </a:cubicBezTo>
                <a:cubicBezTo>
                  <a:pt x="16" y="53"/>
                  <a:pt x="20" y="52"/>
                  <a:pt x="27" y="55"/>
                </a:cubicBezTo>
                <a:cubicBezTo>
                  <a:pt x="34" y="57"/>
                  <a:pt x="36" y="58"/>
                  <a:pt x="43" y="64"/>
                </a:cubicBezTo>
                <a:cubicBezTo>
                  <a:pt x="48" y="68"/>
                  <a:pt x="49" y="70"/>
                  <a:pt x="52" y="73"/>
                </a:cubicBezTo>
                <a:cubicBezTo>
                  <a:pt x="75" y="28"/>
                  <a:pt x="75" y="28"/>
                  <a:pt x="75" y="28"/>
                </a:cubicBezTo>
                <a:cubicBezTo>
                  <a:pt x="75" y="28"/>
                  <a:pt x="55" y="18"/>
                  <a:pt x="51" y="14"/>
                </a:cubicBezTo>
                <a:close/>
              </a:path>
            </a:pathLst>
          </a:custGeom>
          <a:solidFill>
            <a:srgbClr val="A9D538">
              <a:lumMod val="75000"/>
            </a:srgbClr>
          </a:solidFill>
          <a:ln w="9525" cap="flat">
            <a:solidFill>
              <a:srgbClr val="84B22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76" name="Freeform 84">
            <a:extLst>
              <a:ext uri="{FF2B5EF4-FFF2-40B4-BE49-F238E27FC236}">
                <a16:creationId xmlns:a16="http://schemas.microsoft.com/office/drawing/2014/main" id="{0080A3E8-E0FF-3FA2-8F5A-19F6BFC53AB0}"/>
              </a:ext>
            </a:extLst>
          </p:cNvPr>
          <p:cNvSpPr>
            <a:spLocks/>
          </p:cNvSpPr>
          <p:nvPr/>
        </p:nvSpPr>
        <p:spPr bwMode="auto">
          <a:xfrm>
            <a:off x="2356212" y="3971564"/>
            <a:ext cx="86445" cy="121023"/>
          </a:xfrm>
          <a:custGeom>
            <a:avLst/>
            <a:gdLst/>
            <a:ahLst/>
            <a:cxnLst>
              <a:cxn ang="0">
                <a:pos x="24" y="76"/>
              </a:cxn>
              <a:cxn ang="0">
                <a:pos x="31" y="72"/>
              </a:cxn>
              <a:cxn ang="0">
                <a:pos x="38" y="75"/>
              </a:cxn>
              <a:cxn ang="0">
                <a:pos x="39" y="68"/>
              </a:cxn>
              <a:cxn ang="0">
                <a:pos x="34" y="58"/>
              </a:cxn>
              <a:cxn ang="0">
                <a:pos x="51" y="33"/>
              </a:cxn>
              <a:cxn ang="0">
                <a:pos x="46" y="21"/>
              </a:cxn>
              <a:cxn ang="0">
                <a:pos x="34" y="10"/>
              </a:cxn>
              <a:cxn ang="0">
                <a:pos x="32" y="0"/>
              </a:cxn>
              <a:cxn ang="0">
                <a:pos x="27" y="1"/>
              </a:cxn>
              <a:cxn ang="0">
                <a:pos x="18" y="11"/>
              </a:cxn>
              <a:cxn ang="0">
                <a:pos x="8" y="18"/>
              </a:cxn>
              <a:cxn ang="0">
                <a:pos x="0" y="35"/>
              </a:cxn>
              <a:cxn ang="0">
                <a:pos x="8" y="45"/>
              </a:cxn>
              <a:cxn ang="0">
                <a:pos x="10" y="67"/>
              </a:cxn>
              <a:cxn ang="0">
                <a:pos x="9" y="82"/>
              </a:cxn>
              <a:cxn ang="0">
                <a:pos x="17" y="80"/>
              </a:cxn>
              <a:cxn ang="0">
                <a:pos x="24" y="76"/>
              </a:cxn>
            </a:cxnLst>
            <a:rect l="0" t="0" r="r" b="b"/>
            <a:pathLst>
              <a:path w="56" h="82">
                <a:moveTo>
                  <a:pt x="24" y="76"/>
                </a:moveTo>
                <a:cubicBezTo>
                  <a:pt x="25" y="73"/>
                  <a:pt x="30" y="69"/>
                  <a:pt x="31" y="72"/>
                </a:cubicBezTo>
                <a:cubicBezTo>
                  <a:pt x="33" y="75"/>
                  <a:pt x="38" y="75"/>
                  <a:pt x="38" y="75"/>
                </a:cubicBezTo>
                <a:cubicBezTo>
                  <a:pt x="42" y="71"/>
                  <a:pt x="39" y="68"/>
                  <a:pt x="39" y="68"/>
                </a:cubicBezTo>
                <a:cubicBezTo>
                  <a:pt x="39" y="68"/>
                  <a:pt x="29" y="62"/>
                  <a:pt x="34" y="58"/>
                </a:cubicBezTo>
                <a:cubicBezTo>
                  <a:pt x="40" y="53"/>
                  <a:pt x="46" y="38"/>
                  <a:pt x="51" y="33"/>
                </a:cubicBezTo>
                <a:cubicBezTo>
                  <a:pt x="56" y="28"/>
                  <a:pt x="48" y="20"/>
                  <a:pt x="46" y="21"/>
                </a:cubicBezTo>
                <a:cubicBezTo>
                  <a:pt x="44" y="22"/>
                  <a:pt x="38" y="12"/>
                  <a:pt x="34" y="10"/>
                </a:cubicBezTo>
                <a:cubicBezTo>
                  <a:pt x="29" y="8"/>
                  <a:pt x="32" y="0"/>
                  <a:pt x="32" y="0"/>
                </a:cubicBezTo>
                <a:cubicBezTo>
                  <a:pt x="27" y="1"/>
                  <a:pt x="27" y="1"/>
                  <a:pt x="27" y="1"/>
                </a:cubicBezTo>
                <a:cubicBezTo>
                  <a:pt x="27" y="1"/>
                  <a:pt x="23" y="7"/>
                  <a:pt x="18" y="11"/>
                </a:cubicBezTo>
                <a:cubicBezTo>
                  <a:pt x="14" y="14"/>
                  <a:pt x="9" y="14"/>
                  <a:pt x="8" y="18"/>
                </a:cubicBezTo>
                <a:cubicBezTo>
                  <a:pt x="7" y="20"/>
                  <a:pt x="3" y="29"/>
                  <a:pt x="0" y="35"/>
                </a:cubicBezTo>
                <a:cubicBezTo>
                  <a:pt x="1" y="36"/>
                  <a:pt x="3" y="39"/>
                  <a:pt x="8" y="45"/>
                </a:cubicBezTo>
                <a:cubicBezTo>
                  <a:pt x="13" y="52"/>
                  <a:pt x="10" y="59"/>
                  <a:pt x="10" y="67"/>
                </a:cubicBezTo>
                <a:cubicBezTo>
                  <a:pt x="10" y="72"/>
                  <a:pt x="9" y="78"/>
                  <a:pt x="9" y="82"/>
                </a:cubicBezTo>
                <a:cubicBezTo>
                  <a:pt x="12" y="82"/>
                  <a:pt x="15" y="81"/>
                  <a:pt x="17" y="80"/>
                </a:cubicBezTo>
                <a:cubicBezTo>
                  <a:pt x="21" y="78"/>
                  <a:pt x="23" y="79"/>
                  <a:pt x="24" y="76"/>
                </a:cubicBezTo>
                <a:close/>
              </a:path>
            </a:pathLst>
          </a:custGeom>
          <a:solidFill>
            <a:srgbClr val="A9D538">
              <a:lumMod val="75000"/>
            </a:srgbClr>
          </a:solidFill>
          <a:ln w="9525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77" name="Freeform 73">
            <a:extLst>
              <a:ext uri="{FF2B5EF4-FFF2-40B4-BE49-F238E27FC236}">
                <a16:creationId xmlns:a16="http://schemas.microsoft.com/office/drawing/2014/main" id="{CDB7C474-A8F9-2F04-F4AA-B623A45336C2}"/>
              </a:ext>
            </a:extLst>
          </p:cNvPr>
          <p:cNvSpPr>
            <a:spLocks/>
          </p:cNvSpPr>
          <p:nvPr/>
        </p:nvSpPr>
        <p:spPr bwMode="auto">
          <a:xfrm>
            <a:off x="2233876" y="3790014"/>
            <a:ext cx="212760" cy="106380"/>
          </a:xfrm>
          <a:custGeom>
            <a:avLst/>
            <a:gdLst/>
            <a:ahLst/>
            <a:cxnLst>
              <a:cxn ang="0">
                <a:pos x="152" y="9"/>
              </a:cxn>
              <a:cxn ang="0">
                <a:pos x="137" y="12"/>
              </a:cxn>
              <a:cxn ang="0">
                <a:pos x="111" y="17"/>
              </a:cxn>
              <a:cxn ang="0">
                <a:pos x="95" y="19"/>
              </a:cxn>
              <a:cxn ang="0">
                <a:pos x="82" y="12"/>
              </a:cxn>
              <a:cxn ang="0">
                <a:pos x="52" y="12"/>
              </a:cxn>
              <a:cxn ang="0">
                <a:pos x="42" y="17"/>
              </a:cxn>
              <a:cxn ang="0">
                <a:pos x="39" y="22"/>
              </a:cxn>
              <a:cxn ang="0">
                <a:pos x="36" y="16"/>
              </a:cxn>
              <a:cxn ang="0">
                <a:pos x="31" y="13"/>
              </a:cxn>
              <a:cxn ang="0">
                <a:pos x="28" y="2"/>
              </a:cxn>
              <a:cxn ang="0">
                <a:pos x="29" y="0"/>
              </a:cxn>
              <a:cxn ang="0">
                <a:pos x="17" y="22"/>
              </a:cxn>
              <a:cxn ang="0">
                <a:pos x="0" y="55"/>
              </a:cxn>
              <a:cxn ang="0">
                <a:pos x="11" y="67"/>
              </a:cxn>
              <a:cxn ang="0">
                <a:pos x="17" y="69"/>
              </a:cxn>
              <a:cxn ang="0">
                <a:pos x="32" y="74"/>
              </a:cxn>
              <a:cxn ang="0">
                <a:pos x="42" y="78"/>
              </a:cxn>
              <a:cxn ang="0">
                <a:pos x="53" y="76"/>
              </a:cxn>
              <a:cxn ang="0">
                <a:pos x="67" y="75"/>
              </a:cxn>
              <a:cxn ang="0">
                <a:pos x="77" y="64"/>
              </a:cxn>
              <a:cxn ang="0">
                <a:pos x="87" y="55"/>
              </a:cxn>
              <a:cxn ang="0">
                <a:pos x="98" y="54"/>
              </a:cxn>
              <a:cxn ang="0">
                <a:pos x="104" y="53"/>
              </a:cxn>
              <a:cxn ang="0">
                <a:pos x="124" y="52"/>
              </a:cxn>
              <a:cxn ang="0">
                <a:pos x="136" y="69"/>
              </a:cxn>
              <a:cxn ang="0">
                <a:pos x="148" y="66"/>
              </a:cxn>
              <a:cxn ang="0">
                <a:pos x="142" y="41"/>
              </a:cxn>
              <a:cxn ang="0">
                <a:pos x="158" y="11"/>
              </a:cxn>
              <a:cxn ang="0">
                <a:pos x="152" y="9"/>
              </a:cxn>
            </a:cxnLst>
            <a:rect l="0" t="0" r="r" b="b"/>
            <a:pathLst>
              <a:path w="159" h="80">
                <a:moveTo>
                  <a:pt x="152" y="9"/>
                </a:moveTo>
                <a:cubicBezTo>
                  <a:pt x="152" y="9"/>
                  <a:pt x="147" y="10"/>
                  <a:pt x="137" y="12"/>
                </a:cubicBezTo>
                <a:cubicBezTo>
                  <a:pt x="126" y="14"/>
                  <a:pt x="111" y="17"/>
                  <a:pt x="111" y="17"/>
                </a:cubicBezTo>
                <a:cubicBezTo>
                  <a:pt x="111" y="17"/>
                  <a:pt x="97" y="16"/>
                  <a:pt x="95" y="19"/>
                </a:cubicBezTo>
                <a:cubicBezTo>
                  <a:pt x="93" y="21"/>
                  <a:pt x="86" y="12"/>
                  <a:pt x="82" y="12"/>
                </a:cubicBezTo>
                <a:cubicBezTo>
                  <a:pt x="77" y="12"/>
                  <a:pt x="58" y="11"/>
                  <a:pt x="52" y="12"/>
                </a:cubicBezTo>
                <a:cubicBezTo>
                  <a:pt x="46" y="14"/>
                  <a:pt x="42" y="17"/>
                  <a:pt x="42" y="17"/>
                </a:cubicBezTo>
                <a:cubicBezTo>
                  <a:pt x="39" y="22"/>
                  <a:pt x="39" y="22"/>
                  <a:pt x="39" y="22"/>
                </a:cubicBezTo>
                <a:cubicBezTo>
                  <a:pt x="36" y="16"/>
                  <a:pt x="36" y="16"/>
                  <a:pt x="36" y="16"/>
                </a:cubicBezTo>
                <a:cubicBezTo>
                  <a:pt x="36" y="16"/>
                  <a:pt x="31" y="16"/>
                  <a:pt x="31" y="13"/>
                </a:cubicBezTo>
                <a:cubicBezTo>
                  <a:pt x="31" y="11"/>
                  <a:pt x="29" y="6"/>
                  <a:pt x="28" y="2"/>
                </a:cubicBezTo>
                <a:cubicBezTo>
                  <a:pt x="29" y="0"/>
                  <a:pt x="29" y="0"/>
                  <a:pt x="29" y="0"/>
                </a:cubicBezTo>
                <a:cubicBezTo>
                  <a:pt x="17" y="22"/>
                  <a:pt x="17" y="22"/>
                  <a:pt x="17" y="22"/>
                </a:cubicBezTo>
                <a:cubicBezTo>
                  <a:pt x="0" y="55"/>
                  <a:pt x="0" y="55"/>
                  <a:pt x="0" y="55"/>
                </a:cubicBezTo>
                <a:cubicBezTo>
                  <a:pt x="4" y="59"/>
                  <a:pt x="9" y="65"/>
                  <a:pt x="11" y="67"/>
                </a:cubicBezTo>
                <a:cubicBezTo>
                  <a:pt x="13" y="69"/>
                  <a:pt x="17" y="69"/>
                  <a:pt x="17" y="69"/>
                </a:cubicBezTo>
                <a:cubicBezTo>
                  <a:pt x="19" y="67"/>
                  <a:pt x="32" y="74"/>
                  <a:pt x="32" y="74"/>
                </a:cubicBezTo>
                <a:cubicBezTo>
                  <a:pt x="32" y="74"/>
                  <a:pt x="38" y="80"/>
                  <a:pt x="42" y="78"/>
                </a:cubicBezTo>
                <a:cubicBezTo>
                  <a:pt x="46" y="75"/>
                  <a:pt x="51" y="77"/>
                  <a:pt x="53" y="76"/>
                </a:cubicBezTo>
                <a:cubicBezTo>
                  <a:pt x="55" y="74"/>
                  <a:pt x="62" y="74"/>
                  <a:pt x="67" y="75"/>
                </a:cubicBezTo>
                <a:cubicBezTo>
                  <a:pt x="72" y="75"/>
                  <a:pt x="73" y="68"/>
                  <a:pt x="77" y="64"/>
                </a:cubicBezTo>
                <a:cubicBezTo>
                  <a:pt x="81" y="59"/>
                  <a:pt x="87" y="55"/>
                  <a:pt x="87" y="55"/>
                </a:cubicBezTo>
                <a:cubicBezTo>
                  <a:pt x="98" y="54"/>
                  <a:pt x="98" y="54"/>
                  <a:pt x="98" y="54"/>
                </a:cubicBezTo>
                <a:cubicBezTo>
                  <a:pt x="98" y="54"/>
                  <a:pt x="98" y="54"/>
                  <a:pt x="104" y="53"/>
                </a:cubicBezTo>
                <a:cubicBezTo>
                  <a:pt x="110" y="52"/>
                  <a:pt x="117" y="51"/>
                  <a:pt x="124" y="52"/>
                </a:cubicBezTo>
                <a:cubicBezTo>
                  <a:pt x="131" y="53"/>
                  <a:pt x="136" y="69"/>
                  <a:pt x="136" y="69"/>
                </a:cubicBezTo>
                <a:cubicBezTo>
                  <a:pt x="148" y="66"/>
                  <a:pt x="148" y="66"/>
                  <a:pt x="148" y="66"/>
                </a:cubicBezTo>
                <a:cubicBezTo>
                  <a:pt x="148" y="66"/>
                  <a:pt x="142" y="44"/>
                  <a:pt x="142" y="41"/>
                </a:cubicBezTo>
                <a:cubicBezTo>
                  <a:pt x="142" y="38"/>
                  <a:pt x="157" y="15"/>
                  <a:pt x="158" y="11"/>
                </a:cubicBezTo>
                <a:cubicBezTo>
                  <a:pt x="159" y="6"/>
                  <a:pt x="152" y="9"/>
                  <a:pt x="152" y="9"/>
                </a:cubicBezTo>
                <a:close/>
              </a:path>
            </a:pathLst>
          </a:custGeom>
          <a:solidFill>
            <a:srgbClr val="A9D538">
              <a:lumMod val="75000"/>
            </a:srgbClr>
          </a:solidFill>
          <a:ln w="9525" cap="rnd">
            <a:solidFill>
              <a:srgbClr val="84B22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78" name="Freeform 7">
            <a:extLst>
              <a:ext uri="{FF2B5EF4-FFF2-40B4-BE49-F238E27FC236}">
                <a16:creationId xmlns:a16="http://schemas.microsoft.com/office/drawing/2014/main" id="{90553B30-07E7-BD8F-9313-08938068BF78}"/>
              </a:ext>
            </a:extLst>
          </p:cNvPr>
          <p:cNvSpPr>
            <a:spLocks/>
          </p:cNvSpPr>
          <p:nvPr/>
        </p:nvSpPr>
        <p:spPr bwMode="auto">
          <a:xfrm>
            <a:off x="1641145" y="1649285"/>
            <a:ext cx="800914" cy="1057207"/>
          </a:xfrm>
          <a:custGeom>
            <a:avLst/>
            <a:gdLst/>
            <a:ahLst/>
            <a:cxnLst>
              <a:cxn ang="0">
                <a:pos x="160" y="782"/>
              </a:cxn>
              <a:cxn ang="0">
                <a:pos x="228" y="778"/>
              </a:cxn>
              <a:cxn ang="0">
                <a:pos x="265" y="793"/>
              </a:cxn>
              <a:cxn ang="0">
                <a:pos x="296" y="752"/>
              </a:cxn>
              <a:cxn ang="0">
                <a:pos x="362" y="717"/>
              </a:cxn>
              <a:cxn ang="0">
                <a:pos x="391" y="691"/>
              </a:cxn>
              <a:cxn ang="0">
                <a:pos x="450" y="654"/>
              </a:cxn>
              <a:cxn ang="0">
                <a:pos x="454" y="611"/>
              </a:cxn>
              <a:cxn ang="0">
                <a:pos x="480" y="576"/>
              </a:cxn>
              <a:cxn ang="0">
                <a:pos x="516" y="530"/>
              </a:cxn>
              <a:cxn ang="0">
                <a:pos x="501" y="474"/>
              </a:cxn>
              <a:cxn ang="0">
                <a:pos x="494" y="434"/>
              </a:cxn>
              <a:cxn ang="0">
                <a:pos x="526" y="414"/>
              </a:cxn>
              <a:cxn ang="0">
                <a:pos x="538" y="360"/>
              </a:cxn>
              <a:cxn ang="0">
                <a:pos x="536" y="318"/>
              </a:cxn>
              <a:cxn ang="0">
                <a:pos x="522" y="267"/>
              </a:cxn>
              <a:cxn ang="0">
                <a:pos x="514" y="236"/>
              </a:cxn>
              <a:cxn ang="0">
                <a:pos x="566" y="180"/>
              </a:cxn>
              <a:cxn ang="0">
                <a:pos x="585" y="140"/>
              </a:cxn>
              <a:cxn ang="0">
                <a:pos x="588" y="114"/>
              </a:cxn>
              <a:cxn ang="0">
                <a:pos x="552" y="88"/>
              </a:cxn>
              <a:cxn ang="0">
                <a:pos x="498" y="48"/>
              </a:cxn>
              <a:cxn ang="0">
                <a:pos x="457" y="13"/>
              </a:cxn>
              <a:cxn ang="0">
                <a:pos x="414" y="8"/>
              </a:cxn>
              <a:cxn ang="0">
                <a:pos x="382" y="10"/>
              </a:cxn>
              <a:cxn ang="0">
                <a:pos x="367" y="54"/>
              </a:cxn>
              <a:cxn ang="0">
                <a:pos x="330" y="116"/>
              </a:cxn>
              <a:cxn ang="0">
                <a:pos x="254" y="180"/>
              </a:cxn>
              <a:cxn ang="0">
                <a:pos x="192" y="194"/>
              </a:cxn>
              <a:cxn ang="0">
                <a:pos x="214" y="241"/>
              </a:cxn>
              <a:cxn ang="0">
                <a:pos x="227" y="274"/>
              </a:cxn>
              <a:cxn ang="0">
                <a:pos x="190" y="283"/>
              </a:cxn>
              <a:cxn ang="0">
                <a:pos x="145" y="274"/>
              </a:cxn>
              <a:cxn ang="0">
                <a:pos x="77" y="302"/>
              </a:cxn>
              <a:cxn ang="0">
                <a:pos x="28" y="334"/>
              </a:cxn>
              <a:cxn ang="0">
                <a:pos x="22" y="350"/>
              </a:cxn>
              <a:cxn ang="0">
                <a:pos x="11" y="377"/>
              </a:cxn>
              <a:cxn ang="0">
                <a:pos x="11" y="397"/>
              </a:cxn>
              <a:cxn ang="0">
                <a:pos x="46" y="438"/>
              </a:cxn>
              <a:cxn ang="0">
                <a:pos x="60" y="464"/>
              </a:cxn>
              <a:cxn ang="0">
                <a:pos x="90" y="508"/>
              </a:cxn>
              <a:cxn ang="0">
                <a:pos x="88" y="568"/>
              </a:cxn>
              <a:cxn ang="0">
                <a:pos x="74" y="630"/>
              </a:cxn>
              <a:cxn ang="0">
                <a:pos x="66" y="642"/>
              </a:cxn>
              <a:cxn ang="0">
                <a:pos x="52" y="638"/>
              </a:cxn>
              <a:cxn ang="0">
                <a:pos x="31" y="624"/>
              </a:cxn>
              <a:cxn ang="0">
                <a:pos x="20" y="619"/>
              </a:cxn>
              <a:cxn ang="0">
                <a:pos x="13" y="628"/>
              </a:cxn>
              <a:cxn ang="0">
                <a:pos x="12" y="642"/>
              </a:cxn>
              <a:cxn ang="0">
                <a:pos x="133" y="658"/>
              </a:cxn>
            </a:cxnLst>
            <a:rect l="0" t="0" r="r" b="b"/>
            <a:pathLst>
              <a:path w="602" h="794">
                <a:moveTo>
                  <a:pt x="202" y="730"/>
                </a:moveTo>
                <a:cubicBezTo>
                  <a:pt x="202" y="734"/>
                  <a:pt x="160" y="782"/>
                  <a:pt x="160" y="782"/>
                </a:cubicBezTo>
                <a:cubicBezTo>
                  <a:pt x="160" y="782"/>
                  <a:pt x="185" y="778"/>
                  <a:pt x="190" y="783"/>
                </a:cubicBezTo>
                <a:cubicBezTo>
                  <a:pt x="196" y="788"/>
                  <a:pt x="224" y="778"/>
                  <a:pt x="228" y="778"/>
                </a:cubicBezTo>
                <a:cubicBezTo>
                  <a:pt x="232" y="777"/>
                  <a:pt x="240" y="774"/>
                  <a:pt x="242" y="780"/>
                </a:cubicBezTo>
                <a:cubicBezTo>
                  <a:pt x="244" y="787"/>
                  <a:pt x="258" y="794"/>
                  <a:pt x="265" y="793"/>
                </a:cubicBezTo>
                <a:cubicBezTo>
                  <a:pt x="272" y="792"/>
                  <a:pt x="281" y="778"/>
                  <a:pt x="282" y="770"/>
                </a:cubicBezTo>
                <a:cubicBezTo>
                  <a:pt x="282" y="762"/>
                  <a:pt x="288" y="752"/>
                  <a:pt x="296" y="752"/>
                </a:cubicBezTo>
                <a:cubicBezTo>
                  <a:pt x="304" y="752"/>
                  <a:pt x="312" y="736"/>
                  <a:pt x="322" y="730"/>
                </a:cubicBezTo>
                <a:cubicBezTo>
                  <a:pt x="332" y="724"/>
                  <a:pt x="357" y="720"/>
                  <a:pt x="362" y="717"/>
                </a:cubicBezTo>
                <a:cubicBezTo>
                  <a:pt x="366" y="714"/>
                  <a:pt x="370" y="708"/>
                  <a:pt x="380" y="705"/>
                </a:cubicBezTo>
                <a:cubicBezTo>
                  <a:pt x="390" y="702"/>
                  <a:pt x="389" y="696"/>
                  <a:pt x="391" y="691"/>
                </a:cubicBezTo>
                <a:cubicBezTo>
                  <a:pt x="393" y="686"/>
                  <a:pt x="398" y="680"/>
                  <a:pt x="408" y="678"/>
                </a:cubicBezTo>
                <a:cubicBezTo>
                  <a:pt x="418" y="677"/>
                  <a:pt x="446" y="673"/>
                  <a:pt x="450" y="654"/>
                </a:cubicBezTo>
                <a:cubicBezTo>
                  <a:pt x="455" y="636"/>
                  <a:pt x="449" y="634"/>
                  <a:pt x="449" y="630"/>
                </a:cubicBezTo>
                <a:cubicBezTo>
                  <a:pt x="449" y="626"/>
                  <a:pt x="450" y="618"/>
                  <a:pt x="454" y="611"/>
                </a:cubicBezTo>
                <a:cubicBezTo>
                  <a:pt x="458" y="604"/>
                  <a:pt x="460" y="594"/>
                  <a:pt x="468" y="589"/>
                </a:cubicBezTo>
                <a:cubicBezTo>
                  <a:pt x="476" y="584"/>
                  <a:pt x="479" y="580"/>
                  <a:pt x="480" y="576"/>
                </a:cubicBezTo>
                <a:cubicBezTo>
                  <a:pt x="480" y="572"/>
                  <a:pt x="494" y="563"/>
                  <a:pt x="494" y="563"/>
                </a:cubicBezTo>
                <a:cubicBezTo>
                  <a:pt x="494" y="563"/>
                  <a:pt x="514" y="535"/>
                  <a:pt x="516" y="530"/>
                </a:cubicBezTo>
                <a:cubicBezTo>
                  <a:pt x="519" y="524"/>
                  <a:pt x="522" y="519"/>
                  <a:pt x="515" y="510"/>
                </a:cubicBezTo>
                <a:cubicBezTo>
                  <a:pt x="508" y="502"/>
                  <a:pt x="506" y="486"/>
                  <a:pt x="501" y="474"/>
                </a:cubicBezTo>
                <a:cubicBezTo>
                  <a:pt x="496" y="462"/>
                  <a:pt x="481" y="452"/>
                  <a:pt x="481" y="446"/>
                </a:cubicBezTo>
                <a:cubicBezTo>
                  <a:pt x="481" y="440"/>
                  <a:pt x="490" y="437"/>
                  <a:pt x="494" y="434"/>
                </a:cubicBezTo>
                <a:cubicBezTo>
                  <a:pt x="497" y="432"/>
                  <a:pt x="497" y="432"/>
                  <a:pt x="497" y="432"/>
                </a:cubicBezTo>
                <a:cubicBezTo>
                  <a:pt x="497" y="432"/>
                  <a:pt x="513" y="432"/>
                  <a:pt x="526" y="414"/>
                </a:cubicBezTo>
                <a:cubicBezTo>
                  <a:pt x="538" y="395"/>
                  <a:pt x="534" y="392"/>
                  <a:pt x="537" y="386"/>
                </a:cubicBezTo>
                <a:cubicBezTo>
                  <a:pt x="540" y="380"/>
                  <a:pt x="538" y="370"/>
                  <a:pt x="538" y="360"/>
                </a:cubicBezTo>
                <a:cubicBezTo>
                  <a:pt x="539" y="351"/>
                  <a:pt x="540" y="339"/>
                  <a:pt x="540" y="339"/>
                </a:cubicBezTo>
                <a:cubicBezTo>
                  <a:pt x="540" y="339"/>
                  <a:pt x="538" y="328"/>
                  <a:pt x="536" y="318"/>
                </a:cubicBezTo>
                <a:cubicBezTo>
                  <a:pt x="535" y="307"/>
                  <a:pt x="525" y="302"/>
                  <a:pt x="524" y="296"/>
                </a:cubicBezTo>
                <a:cubicBezTo>
                  <a:pt x="524" y="290"/>
                  <a:pt x="523" y="274"/>
                  <a:pt x="522" y="267"/>
                </a:cubicBezTo>
                <a:cubicBezTo>
                  <a:pt x="520" y="260"/>
                  <a:pt x="505" y="248"/>
                  <a:pt x="505" y="248"/>
                </a:cubicBezTo>
                <a:cubicBezTo>
                  <a:pt x="505" y="248"/>
                  <a:pt x="510" y="241"/>
                  <a:pt x="514" y="236"/>
                </a:cubicBezTo>
                <a:cubicBezTo>
                  <a:pt x="519" y="232"/>
                  <a:pt x="538" y="206"/>
                  <a:pt x="545" y="202"/>
                </a:cubicBezTo>
                <a:cubicBezTo>
                  <a:pt x="552" y="198"/>
                  <a:pt x="562" y="186"/>
                  <a:pt x="566" y="180"/>
                </a:cubicBezTo>
                <a:cubicBezTo>
                  <a:pt x="570" y="174"/>
                  <a:pt x="570" y="156"/>
                  <a:pt x="571" y="152"/>
                </a:cubicBezTo>
                <a:cubicBezTo>
                  <a:pt x="572" y="148"/>
                  <a:pt x="581" y="142"/>
                  <a:pt x="585" y="140"/>
                </a:cubicBezTo>
                <a:cubicBezTo>
                  <a:pt x="589" y="139"/>
                  <a:pt x="590" y="138"/>
                  <a:pt x="596" y="131"/>
                </a:cubicBezTo>
                <a:cubicBezTo>
                  <a:pt x="602" y="124"/>
                  <a:pt x="594" y="122"/>
                  <a:pt x="588" y="114"/>
                </a:cubicBezTo>
                <a:cubicBezTo>
                  <a:pt x="583" y="106"/>
                  <a:pt x="579" y="106"/>
                  <a:pt x="576" y="105"/>
                </a:cubicBezTo>
                <a:cubicBezTo>
                  <a:pt x="572" y="104"/>
                  <a:pt x="554" y="96"/>
                  <a:pt x="552" y="88"/>
                </a:cubicBezTo>
                <a:cubicBezTo>
                  <a:pt x="550" y="81"/>
                  <a:pt x="544" y="70"/>
                  <a:pt x="538" y="68"/>
                </a:cubicBezTo>
                <a:cubicBezTo>
                  <a:pt x="533" y="66"/>
                  <a:pt x="506" y="54"/>
                  <a:pt x="498" y="48"/>
                </a:cubicBezTo>
                <a:cubicBezTo>
                  <a:pt x="490" y="42"/>
                  <a:pt x="490" y="34"/>
                  <a:pt x="484" y="29"/>
                </a:cubicBezTo>
                <a:cubicBezTo>
                  <a:pt x="479" y="24"/>
                  <a:pt x="465" y="20"/>
                  <a:pt x="457" y="13"/>
                </a:cubicBezTo>
                <a:cubicBezTo>
                  <a:pt x="449" y="6"/>
                  <a:pt x="438" y="12"/>
                  <a:pt x="428" y="15"/>
                </a:cubicBezTo>
                <a:cubicBezTo>
                  <a:pt x="418" y="18"/>
                  <a:pt x="416" y="16"/>
                  <a:pt x="414" y="8"/>
                </a:cubicBezTo>
                <a:cubicBezTo>
                  <a:pt x="413" y="0"/>
                  <a:pt x="405" y="0"/>
                  <a:pt x="402" y="3"/>
                </a:cubicBezTo>
                <a:cubicBezTo>
                  <a:pt x="398" y="6"/>
                  <a:pt x="390" y="10"/>
                  <a:pt x="382" y="10"/>
                </a:cubicBezTo>
                <a:cubicBezTo>
                  <a:pt x="375" y="11"/>
                  <a:pt x="374" y="19"/>
                  <a:pt x="374" y="28"/>
                </a:cubicBezTo>
                <a:cubicBezTo>
                  <a:pt x="374" y="36"/>
                  <a:pt x="373" y="41"/>
                  <a:pt x="367" y="54"/>
                </a:cubicBezTo>
                <a:cubicBezTo>
                  <a:pt x="360" y="66"/>
                  <a:pt x="349" y="77"/>
                  <a:pt x="351" y="90"/>
                </a:cubicBezTo>
                <a:cubicBezTo>
                  <a:pt x="353" y="102"/>
                  <a:pt x="348" y="106"/>
                  <a:pt x="330" y="116"/>
                </a:cubicBezTo>
                <a:cubicBezTo>
                  <a:pt x="313" y="127"/>
                  <a:pt x="303" y="137"/>
                  <a:pt x="296" y="154"/>
                </a:cubicBezTo>
                <a:cubicBezTo>
                  <a:pt x="290" y="171"/>
                  <a:pt x="265" y="178"/>
                  <a:pt x="254" y="180"/>
                </a:cubicBezTo>
                <a:cubicBezTo>
                  <a:pt x="244" y="182"/>
                  <a:pt x="228" y="175"/>
                  <a:pt x="222" y="168"/>
                </a:cubicBezTo>
                <a:cubicBezTo>
                  <a:pt x="216" y="160"/>
                  <a:pt x="195" y="177"/>
                  <a:pt x="192" y="194"/>
                </a:cubicBezTo>
                <a:cubicBezTo>
                  <a:pt x="189" y="211"/>
                  <a:pt x="202" y="207"/>
                  <a:pt x="209" y="212"/>
                </a:cubicBezTo>
                <a:cubicBezTo>
                  <a:pt x="215" y="218"/>
                  <a:pt x="211" y="241"/>
                  <a:pt x="214" y="241"/>
                </a:cubicBezTo>
                <a:cubicBezTo>
                  <a:pt x="216" y="241"/>
                  <a:pt x="234" y="252"/>
                  <a:pt x="239" y="263"/>
                </a:cubicBezTo>
                <a:cubicBezTo>
                  <a:pt x="245" y="273"/>
                  <a:pt x="232" y="275"/>
                  <a:pt x="227" y="274"/>
                </a:cubicBezTo>
                <a:cubicBezTo>
                  <a:pt x="222" y="273"/>
                  <a:pt x="207" y="270"/>
                  <a:pt x="207" y="270"/>
                </a:cubicBezTo>
                <a:cubicBezTo>
                  <a:pt x="196" y="271"/>
                  <a:pt x="190" y="279"/>
                  <a:pt x="190" y="283"/>
                </a:cubicBezTo>
                <a:cubicBezTo>
                  <a:pt x="190" y="287"/>
                  <a:pt x="183" y="288"/>
                  <a:pt x="178" y="282"/>
                </a:cubicBezTo>
                <a:cubicBezTo>
                  <a:pt x="172" y="277"/>
                  <a:pt x="163" y="274"/>
                  <a:pt x="145" y="274"/>
                </a:cubicBezTo>
                <a:cubicBezTo>
                  <a:pt x="127" y="273"/>
                  <a:pt x="124" y="277"/>
                  <a:pt x="110" y="284"/>
                </a:cubicBezTo>
                <a:cubicBezTo>
                  <a:pt x="96" y="292"/>
                  <a:pt x="86" y="289"/>
                  <a:pt x="77" y="302"/>
                </a:cubicBezTo>
                <a:cubicBezTo>
                  <a:pt x="68" y="314"/>
                  <a:pt x="63" y="320"/>
                  <a:pt x="56" y="320"/>
                </a:cubicBezTo>
                <a:cubicBezTo>
                  <a:pt x="48" y="320"/>
                  <a:pt x="36" y="331"/>
                  <a:pt x="28" y="334"/>
                </a:cubicBezTo>
                <a:cubicBezTo>
                  <a:pt x="21" y="336"/>
                  <a:pt x="19" y="338"/>
                  <a:pt x="21" y="339"/>
                </a:cubicBezTo>
                <a:cubicBezTo>
                  <a:pt x="23" y="340"/>
                  <a:pt x="20" y="349"/>
                  <a:pt x="22" y="350"/>
                </a:cubicBezTo>
                <a:cubicBezTo>
                  <a:pt x="24" y="352"/>
                  <a:pt x="23" y="362"/>
                  <a:pt x="22" y="372"/>
                </a:cubicBezTo>
                <a:cubicBezTo>
                  <a:pt x="22" y="381"/>
                  <a:pt x="14" y="382"/>
                  <a:pt x="11" y="377"/>
                </a:cubicBezTo>
                <a:cubicBezTo>
                  <a:pt x="8" y="372"/>
                  <a:pt x="5" y="378"/>
                  <a:pt x="2" y="382"/>
                </a:cubicBezTo>
                <a:cubicBezTo>
                  <a:pt x="0" y="387"/>
                  <a:pt x="6" y="390"/>
                  <a:pt x="11" y="397"/>
                </a:cubicBezTo>
                <a:cubicBezTo>
                  <a:pt x="16" y="404"/>
                  <a:pt x="22" y="406"/>
                  <a:pt x="31" y="418"/>
                </a:cubicBezTo>
                <a:cubicBezTo>
                  <a:pt x="40" y="429"/>
                  <a:pt x="37" y="436"/>
                  <a:pt x="46" y="438"/>
                </a:cubicBezTo>
                <a:cubicBezTo>
                  <a:pt x="54" y="440"/>
                  <a:pt x="49" y="448"/>
                  <a:pt x="54" y="454"/>
                </a:cubicBezTo>
                <a:cubicBezTo>
                  <a:pt x="60" y="460"/>
                  <a:pt x="60" y="457"/>
                  <a:pt x="60" y="464"/>
                </a:cubicBezTo>
                <a:cubicBezTo>
                  <a:pt x="59" y="472"/>
                  <a:pt x="68" y="474"/>
                  <a:pt x="68" y="474"/>
                </a:cubicBezTo>
                <a:cubicBezTo>
                  <a:pt x="68" y="474"/>
                  <a:pt x="82" y="492"/>
                  <a:pt x="90" y="508"/>
                </a:cubicBezTo>
                <a:cubicBezTo>
                  <a:pt x="98" y="525"/>
                  <a:pt x="98" y="542"/>
                  <a:pt x="96" y="551"/>
                </a:cubicBezTo>
                <a:cubicBezTo>
                  <a:pt x="94" y="560"/>
                  <a:pt x="92" y="562"/>
                  <a:pt x="88" y="568"/>
                </a:cubicBezTo>
                <a:cubicBezTo>
                  <a:pt x="85" y="575"/>
                  <a:pt x="91" y="596"/>
                  <a:pt x="88" y="612"/>
                </a:cubicBezTo>
                <a:cubicBezTo>
                  <a:pt x="84" y="628"/>
                  <a:pt x="74" y="630"/>
                  <a:pt x="74" y="630"/>
                </a:cubicBezTo>
                <a:cubicBezTo>
                  <a:pt x="73" y="638"/>
                  <a:pt x="73" y="638"/>
                  <a:pt x="73" y="638"/>
                </a:cubicBezTo>
                <a:cubicBezTo>
                  <a:pt x="73" y="638"/>
                  <a:pt x="70" y="640"/>
                  <a:pt x="66" y="642"/>
                </a:cubicBezTo>
                <a:cubicBezTo>
                  <a:pt x="62" y="644"/>
                  <a:pt x="57" y="637"/>
                  <a:pt x="57" y="637"/>
                </a:cubicBezTo>
                <a:cubicBezTo>
                  <a:pt x="57" y="637"/>
                  <a:pt x="57" y="637"/>
                  <a:pt x="52" y="638"/>
                </a:cubicBezTo>
                <a:cubicBezTo>
                  <a:pt x="46" y="638"/>
                  <a:pt x="35" y="627"/>
                  <a:pt x="34" y="629"/>
                </a:cubicBezTo>
                <a:cubicBezTo>
                  <a:pt x="32" y="631"/>
                  <a:pt x="29" y="628"/>
                  <a:pt x="31" y="624"/>
                </a:cubicBezTo>
                <a:cubicBezTo>
                  <a:pt x="33" y="620"/>
                  <a:pt x="30" y="617"/>
                  <a:pt x="26" y="616"/>
                </a:cubicBezTo>
                <a:cubicBezTo>
                  <a:pt x="22" y="616"/>
                  <a:pt x="20" y="619"/>
                  <a:pt x="20" y="619"/>
                </a:cubicBezTo>
                <a:cubicBezTo>
                  <a:pt x="20" y="619"/>
                  <a:pt x="20" y="619"/>
                  <a:pt x="10" y="619"/>
                </a:cubicBezTo>
                <a:cubicBezTo>
                  <a:pt x="1" y="619"/>
                  <a:pt x="13" y="628"/>
                  <a:pt x="13" y="628"/>
                </a:cubicBezTo>
                <a:cubicBezTo>
                  <a:pt x="13" y="628"/>
                  <a:pt x="8" y="629"/>
                  <a:pt x="7" y="631"/>
                </a:cubicBezTo>
                <a:cubicBezTo>
                  <a:pt x="6" y="633"/>
                  <a:pt x="8" y="640"/>
                  <a:pt x="12" y="642"/>
                </a:cubicBezTo>
                <a:cubicBezTo>
                  <a:pt x="15" y="644"/>
                  <a:pt x="16" y="649"/>
                  <a:pt x="16" y="653"/>
                </a:cubicBezTo>
                <a:cubicBezTo>
                  <a:pt x="133" y="658"/>
                  <a:pt x="133" y="658"/>
                  <a:pt x="133" y="658"/>
                </a:cubicBezTo>
                <a:cubicBezTo>
                  <a:pt x="133" y="658"/>
                  <a:pt x="202" y="727"/>
                  <a:pt x="202" y="730"/>
                </a:cubicBezTo>
                <a:close/>
              </a:path>
            </a:pathLst>
          </a:custGeom>
          <a:solidFill>
            <a:srgbClr val="102132"/>
          </a:solidFill>
          <a:ln w="9525" cap="flat">
            <a:solidFill>
              <a:srgbClr val="10213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79" name="Freeform 8">
            <a:extLst>
              <a:ext uri="{FF2B5EF4-FFF2-40B4-BE49-F238E27FC236}">
                <a16:creationId xmlns:a16="http://schemas.microsoft.com/office/drawing/2014/main" id="{4DA259CC-CAE8-E8D1-8FDA-4409F0FD2AAB}"/>
              </a:ext>
            </a:extLst>
          </p:cNvPr>
          <p:cNvSpPr>
            <a:spLocks/>
          </p:cNvSpPr>
          <p:nvPr/>
        </p:nvSpPr>
        <p:spPr bwMode="auto">
          <a:xfrm>
            <a:off x="1650298" y="2518849"/>
            <a:ext cx="259726" cy="202517"/>
          </a:xfrm>
          <a:custGeom>
            <a:avLst/>
            <a:gdLst/>
            <a:ahLst/>
            <a:cxnLst>
              <a:cxn ang="0">
                <a:pos x="42" y="149"/>
              </a:cxn>
              <a:cxn ang="0">
                <a:pos x="71" y="148"/>
              </a:cxn>
              <a:cxn ang="0">
                <a:pos x="103" y="148"/>
              </a:cxn>
              <a:cxn ang="0">
                <a:pos x="135" y="135"/>
              </a:cxn>
              <a:cxn ang="0">
                <a:pos x="153" y="129"/>
              </a:cxn>
              <a:cxn ang="0">
                <a:pos x="195" y="77"/>
              </a:cxn>
              <a:cxn ang="0">
                <a:pos x="126" y="5"/>
              </a:cxn>
              <a:cxn ang="0">
                <a:pos x="9" y="0"/>
              </a:cxn>
              <a:cxn ang="0">
                <a:pos x="9" y="3"/>
              </a:cxn>
              <a:cxn ang="0">
                <a:pos x="3" y="8"/>
              </a:cxn>
              <a:cxn ang="0">
                <a:pos x="2" y="17"/>
              </a:cxn>
              <a:cxn ang="0">
                <a:pos x="17" y="15"/>
              </a:cxn>
              <a:cxn ang="0">
                <a:pos x="33" y="27"/>
              </a:cxn>
              <a:cxn ang="0">
                <a:pos x="55" y="52"/>
              </a:cxn>
              <a:cxn ang="0">
                <a:pos x="52" y="63"/>
              </a:cxn>
              <a:cxn ang="0">
                <a:pos x="59" y="65"/>
              </a:cxn>
              <a:cxn ang="0">
                <a:pos x="61" y="67"/>
              </a:cxn>
              <a:cxn ang="0">
                <a:pos x="61" y="85"/>
              </a:cxn>
              <a:cxn ang="0">
                <a:pos x="71" y="109"/>
              </a:cxn>
              <a:cxn ang="0">
                <a:pos x="67" y="114"/>
              </a:cxn>
              <a:cxn ang="0">
                <a:pos x="65" y="119"/>
              </a:cxn>
              <a:cxn ang="0">
                <a:pos x="58" y="119"/>
              </a:cxn>
              <a:cxn ang="0">
                <a:pos x="55" y="131"/>
              </a:cxn>
              <a:cxn ang="0">
                <a:pos x="54" y="137"/>
              </a:cxn>
              <a:cxn ang="0">
                <a:pos x="51" y="141"/>
              </a:cxn>
              <a:cxn ang="0">
                <a:pos x="40" y="141"/>
              </a:cxn>
              <a:cxn ang="0">
                <a:pos x="33" y="153"/>
              </a:cxn>
              <a:cxn ang="0">
                <a:pos x="34" y="153"/>
              </a:cxn>
              <a:cxn ang="0">
                <a:pos x="42" y="149"/>
              </a:cxn>
            </a:cxnLst>
            <a:rect l="0" t="0" r="r" b="b"/>
            <a:pathLst>
              <a:path w="195" h="153">
                <a:moveTo>
                  <a:pt x="42" y="149"/>
                </a:moveTo>
                <a:cubicBezTo>
                  <a:pt x="46" y="149"/>
                  <a:pt x="63" y="151"/>
                  <a:pt x="71" y="148"/>
                </a:cubicBezTo>
                <a:cubicBezTo>
                  <a:pt x="79" y="145"/>
                  <a:pt x="92" y="147"/>
                  <a:pt x="103" y="148"/>
                </a:cubicBezTo>
                <a:cubicBezTo>
                  <a:pt x="113" y="149"/>
                  <a:pt x="120" y="135"/>
                  <a:pt x="135" y="135"/>
                </a:cubicBezTo>
                <a:cubicBezTo>
                  <a:pt x="149" y="135"/>
                  <a:pt x="153" y="129"/>
                  <a:pt x="153" y="129"/>
                </a:cubicBezTo>
                <a:cubicBezTo>
                  <a:pt x="153" y="129"/>
                  <a:pt x="195" y="81"/>
                  <a:pt x="195" y="77"/>
                </a:cubicBezTo>
                <a:cubicBezTo>
                  <a:pt x="195" y="74"/>
                  <a:pt x="126" y="5"/>
                  <a:pt x="126" y="5"/>
                </a:cubicBezTo>
                <a:cubicBezTo>
                  <a:pt x="9" y="0"/>
                  <a:pt x="9" y="0"/>
                  <a:pt x="9" y="0"/>
                </a:cubicBezTo>
                <a:cubicBezTo>
                  <a:pt x="9" y="1"/>
                  <a:pt x="9" y="3"/>
                  <a:pt x="9" y="3"/>
                </a:cubicBezTo>
                <a:cubicBezTo>
                  <a:pt x="3" y="8"/>
                  <a:pt x="3" y="8"/>
                  <a:pt x="3" y="8"/>
                </a:cubicBezTo>
                <a:cubicBezTo>
                  <a:pt x="3" y="8"/>
                  <a:pt x="0" y="13"/>
                  <a:pt x="2" y="17"/>
                </a:cubicBezTo>
                <a:cubicBezTo>
                  <a:pt x="4" y="20"/>
                  <a:pt x="11" y="17"/>
                  <a:pt x="17" y="15"/>
                </a:cubicBezTo>
                <a:cubicBezTo>
                  <a:pt x="24" y="14"/>
                  <a:pt x="25" y="20"/>
                  <a:pt x="33" y="27"/>
                </a:cubicBezTo>
                <a:cubicBezTo>
                  <a:pt x="42" y="33"/>
                  <a:pt x="55" y="52"/>
                  <a:pt x="55" y="52"/>
                </a:cubicBezTo>
                <a:cubicBezTo>
                  <a:pt x="49" y="57"/>
                  <a:pt x="52" y="63"/>
                  <a:pt x="52" y="63"/>
                </a:cubicBezTo>
                <a:cubicBezTo>
                  <a:pt x="59" y="65"/>
                  <a:pt x="59" y="65"/>
                  <a:pt x="59" y="65"/>
                </a:cubicBezTo>
                <a:cubicBezTo>
                  <a:pt x="61" y="67"/>
                  <a:pt x="61" y="67"/>
                  <a:pt x="61" y="67"/>
                </a:cubicBezTo>
                <a:cubicBezTo>
                  <a:pt x="61" y="67"/>
                  <a:pt x="61" y="75"/>
                  <a:pt x="61" y="85"/>
                </a:cubicBezTo>
                <a:cubicBezTo>
                  <a:pt x="61" y="96"/>
                  <a:pt x="71" y="109"/>
                  <a:pt x="71" y="109"/>
                </a:cubicBezTo>
                <a:cubicBezTo>
                  <a:pt x="67" y="114"/>
                  <a:pt x="67" y="114"/>
                  <a:pt x="67" y="114"/>
                </a:cubicBezTo>
                <a:cubicBezTo>
                  <a:pt x="65" y="119"/>
                  <a:pt x="65" y="119"/>
                  <a:pt x="65" y="119"/>
                </a:cubicBezTo>
                <a:cubicBezTo>
                  <a:pt x="65" y="119"/>
                  <a:pt x="65" y="119"/>
                  <a:pt x="58" y="119"/>
                </a:cubicBezTo>
                <a:cubicBezTo>
                  <a:pt x="51" y="119"/>
                  <a:pt x="47" y="127"/>
                  <a:pt x="55" y="131"/>
                </a:cubicBezTo>
                <a:cubicBezTo>
                  <a:pt x="63" y="136"/>
                  <a:pt x="54" y="137"/>
                  <a:pt x="54" y="137"/>
                </a:cubicBezTo>
                <a:cubicBezTo>
                  <a:pt x="51" y="141"/>
                  <a:pt x="51" y="141"/>
                  <a:pt x="51" y="141"/>
                </a:cubicBezTo>
                <a:cubicBezTo>
                  <a:pt x="51" y="141"/>
                  <a:pt x="45" y="140"/>
                  <a:pt x="40" y="141"/>
                </a:cubicBezTo>
                <a:cubicBezTo>
                  <a:pt x="35" y="141"/>
                  <a:pt x="30" y="153"/>
                  <a:pt x="33" y="153"/>
                </a:cubicBezTo>
                <a:cubicBezTo>
                  <a:pt x="34" y="153"/>
                  <a:pt x="34" y="153"/>
                  <a:pt x="34" y="153"/>
                </a:cubicBezTo>
                <a:cubicBezTo>
                  <a:pt x="37" y="151"/>
                  <a:pt x="40" y="148"/>
                  <a:pt x="42" y="149"/>
                </a:cubicBezTo>
                <a:close/>
              </a:path>
            </a:pathLst>
          </a:custGeom>
          <a:solidFill>
            <a:srgbClr val="102132"/>
          </a:solidFill>
          <a:ln w="9525" cap="flat">
            <a:solidFill>
              <a:srgbClr val="10213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80" name="Freeform 9">
            <a:extLst>
              <a:ext uri="{FF2B5EF4-FFF2-40B4-BE49-F238E27FC236}">
                <a16:creationId xmlns:a16="http://schemas.microsoft.com/office/drawing/2014/main" id="{C29945C2-E273-7DAF-305A-5BBE8DE6958D}"/>
              </a:ext>
            </a:extLst>
          </p:cNvPr>
          <p:cNvSpPr>
            <a:spLocks/>
          </p:cNvSpPr>
          <p:nvPr/>
        </p:nvSpPr>
        <p:spPr bwMode="auto">
          <a:xfrm>
            <a:off x="2080504" y="2094365"/>
            <a:ext cx="1189929" cy="964530"/>
          </a:xfrm>
          <a:custGeom>
            <a:avLst/>
            <a:gdLst/>
            <a:ahLst/>
            <a:cxnLst>
              <a:cxn ang="0">
                <a:pos x="871" y="219"/>
              </a:cxn>
              <a:cxn ang="0">
                <a:pos x="804" y="197"/>
              </a:cxn>
              <a:cxn ang="0">
                <a:pos x="710" y="210"/>
              </a:cxn>
              <a:cxn ang="0">
                <a:pos x="658" y="175"/>
              </a:cxn>
              <a:cxn ang="0">
                <a:pos x="644" y="171"/>
              </a:cxn>
              <a:cxn ang="0">
                <a:pos x="577" y="153"/>
              </a:cxn>
              <a:cxn ang="0">
                <a:pos x="552" y="178"/>
              </a:cxn>
              <a:cxn ang="0">
                <a:pos x="536" y="209"/>
              </a:cxn>
              <a:cxn ang="0">
                <a:pos x="518" y="224"/>
              </a:cxn>
              <a:cxn ang="0">
                <a:pos x="490" y="233"/>
              </a:cxn>
              <a:cxn ang="0">
                <a:pos x="452" y="215"/>
              </a:cxn>
              <a:cxn ang="0">
                <a:pos x="432" y="198"/>
              </a:cxn>
              <a:cxn ang="0">
                <a:pos x="413" y="171"/>
              </a:cxn>
              <a:cxn ang="0">
                <a:pos x="388" y="146"/>
              </a:cxn>
              <a:cxn ang="0">
                <a:pos x="347" y="145"/>
              </a:cxn>
              <a:cxn ang="0">
                <a:pos x="365" y="83"/>
              </a:cxn>
              <a:cxn ang="0">
                <a:pos x="360" y="44"/>
              </a:cxn>
              <a:cxn ang="0">
                <a:pos x="354" y="15"/>
              </a:cxn>
              <a:cxn ang="0">
                <a:pos x="312" y="17"/>
              </a:cxn>
              <a:cxn ang="0">
                <a:pos x="278" y="18"/>
              </a:cxn>
              <a:cxn ang="0">
                <a:pos x="228" y="1"/>
              </a:cxn>
              <a:cxn ang="0">
                <a:pos x="208" y="26"/>
              </a:cxn>
              <a:cxn ang="0">
                <a:pos x="196" y="80"/>
              </a:cxn>
              <a:cxn ang="0">
                <a:pos x="164" y="100"/>
              </a:cxn>
              <a:cxn ang="0">
                <a:pos x="171" y="140"/>
              </a:cxn>
              <a:cxn ang="0">
                <a:pos x="186" y="196"/>
              </a:cxn>
              <a:cxn ang="0">
                <a:pos x="150" y="242"/>
              </a:cxn>
              <a:cxn ang="0">
                <a:pos x="124" y="277"/>
              </a:cxn>
              <a:cxn ang="0">
                <a:pos x="120" y="320"/>
              </a:cxn>
              <a:cxn ang="0">
                <a:pos x="61" y="357"/>
              </a:cxn>
              <a:cxn ang="0">
                <a:pos x="32" y="383"/>
              </a:cxn>
              <a:cxn ang="0">
                <a:pos x="4" y="391"/>
              </a:cxn>
              <a:cxn ang="0">
                <a:pos x="10" y="455"/>
              </a:cxn>
              <a:cxn ang="0">
                <a:pos x="53" y="519"/>
              </a:cxn>
              <a:cxn ang="0">
                <a:pos x="110" y="582"/>
              </a:cxn>
              <a:cxn ang="0">
                <a:pos x="124" y="615"/>
              </a:cxn>
              <a:cxn ang="0">
                <a:pos x="119" y="644"/>
              </a:cxn>
              <a:cxn ang="0">
                <a:pos x="125" y="660"/>
              </a:cxn>
              <a:cxn ang="0">
                <a:pos x="152" y="682"/>
              </a:cxn>
              <a:cxn ang="0">
                <a:pos x="164" y="704"/>
              </a:cxn>
              <a:cxn ang="0">
                <a:pos x="230" y="708"/>
              </a:cxn>
              <a:cxn ang="0">
                <a:pos x="283" y="696"/>
              </a:cxn>
              <a:cxn ang="0">
                <a:pos x="316" y="694"/>
              </a:cxn>
              <a:cxn ang="0">
                <a:pos x="337" y="674"/>
              </a:cxn>
              <a:cxn ang="0">
                <a:pos x="401" y="610"/>
              </a:cxn>
              <a:cxn ang="0">
                <a:pos x="436" y="581"/>
              </a:cxn>
              <a:cxn ang="0">
                <a:pos x="470" y="567"/>
              </a:cxn>
              <a:cxn ang="0">
                <a:pos x="491" y="502"/>
              </a:cxn>
              <a:cxn ang="0">
                <a:pos x="496" y="483"/>
              </a:cxn>
              <a:cxn ang="0">
                <a:pos x="542" y="468"/>
              </a:cxn>
              <a:cxn ang="0">
                <a:pos x="578" y="454"/>
              </a:cxn>
              <a:cxn ang="0">
                <a:pos x="593" y="437"/>
              </a:cxn>
              <a:cxn ang="0">
                <a:pos x="576" y="387"/>
              </a:cxn>
              <a:cxn ang="0">
                <a:pos x="627" y="356"/>
              </a:cxn>
              <a:cxn ang="0">
                <a:pos x="680" y="364"/>
              </a:cxn>
              <a:cxn ang="0">
                <a:pos x="768" y="335"/>
              </a:cxn>
              <a:cxn ang="0">
                <a:pos x="842" y="291"/>
              </a:cxn>
              <a:cxn ang="0">
                <a:pos x="892" y="236"/>
              </a:cxn>
            </a:cxnLst>
            <a:rect l="0" t="0" r="r" b="b"/>
            <a:pathLst>
              <a:path w="894" h="725">
                <a:moveTo>
                  <a:pt x="886" y="228"/>
                </a:moveTo>
                <a:cubicBezTo>
                  <a:pt x="878" y="221"/>
                  <a:pt x="871" y="219"/>
                  <a:pt x="871" y="219"/>
                </a:cubicBezTo>
                <a:cubicBezTo>
                  <a:pt x="871" y="219"/>
                  <a:pt x="856" y="209"/>
                  <a:pt x="840" y="206"/>
                </a:cubicBezTo>
                <a:cubicBezTo>
                  <a:pt x="824" y="204"/>
                  <a:pt x="810" y="198"/>
                  <a:pt x="804" y="197"/>
                </a:cubicBezTo>
                <a:cubicBezTo>
                  <a:pt x="799" y="196"/>
                  <a:pt x="774" y="204"/>
                  <a:pt x="759" y="202"/>
                </a:cubicBezTo>
                <a:cubicBezTo>
                  <a:pt x="744" y="201"/>
                  <a:pt x="720" y="217"/>
                  <a:pt x="710" y="210"/>
                </a:cubicBezTo>
                <a:cubicBezTo>
                  <a:pt x="700" y="204"/>
                  <a:pt x="672" y="195"/>
                  <a:pt x="672" y="195"/>
                </a:cubicBezTo>
                <a:cubicBezTo>
                  <a:pt x="658" y="175"/>
                  <a:pt x="658" y="175"/>
                  <a:pt x="658" y="175"/>
                </a:cubicBezTo>
                <a:cubicBezTo>
                  <a:pt x="658" y="175"/>
                  <a:pt x="658" y="175"/>
                  <a:pt x="656" y="164"/>
                </a:cubicBezTo>
                <a:cubicBezTo>
                  <a:pt x="654" y="154"/>
                  <a:pt x="652" y="167"/>
                  <a:pt x="644" y="171"/>
                </a:cubicBezTo>
                <a:cubicBezTo>
                  <a:pt x="635" y="175"/>
                  <a:pt x="624" y="164"/>
                  <a:pt x="618" y="158"/>
                </a:cubicBezTo>
                <a:cubicBezTo>
                  <a:pt x="612" y="151"/>
                  <a:pt x="584" y="151"/>
                  <a:pt x="577" y="153"/>
                </a:cubicBezTo>
                <a:cubicBezTo>
                  <a:pt x="570" y="155"/>
                  <a:pt x="563" y="162"/>
                  <a:pt x="554" y="162"/>
                </a:cubicBezTo>
                <a:cubicBezTo>
                  <a:pt x="544" y="162"/>
                  <a:pt x="552" y="178"/>
                  <a:pt x="552" y="178"/>
                </a:cubicBezTo>
                <a:cubicBezTo>
                  <a:pt x="552" y="178"/>
                  <a:pt x="553" y="196"/>
                  <a:pt x="548" y="200"/>
                </a:cubicBezTo>
                <a:cubicBezTo>
                  <a:pt x="544" y="204"/>
                  <a:pt x="536" y="209"/>
                  <a:pt x="536" y="209"/>
                </a:cubicBezTo>
                <a:cubicBezTo>
                  <a:pt x="533" y="215"/>
                  <a:pt x="533" y="215"/>
                  <a:pt x="533" y="215"/>
                </a:cubicBezTo>
                <a:cubicBezTo>
                  <a:pt x="533" y="215"/>
                  <a:pt x="525" y="223"/>
                  <a:pt x="518" y="224"/>
                </a:cubicBezTo>
                <a:cubicBezTo>
                  <a:pt x="510" y="226"/>
                  <a:pt x="502" y="230"/>
                  <a:pt x="500" y="232"/>
                </a:cubicBezTo>
                <a:cubicBezTo>
                  <a:pt x="499" y="234"/>
                  <a:pt x="496" y="236"/>
                  <a:pt x="490" y="233"/>
                </a:cubicBezTo>
                <a:cubicBezTo>
                  <a:pt x="484" y="230"/>
                  <a:pt x="475" y="220"/>
                  <a:pt x="470" y="220"/>
                </a:cubicBezTo>
                <a:cubicBezTo>
                  <a:pt x="464" y="219"/>
                  <a:pt x="455" y="220"/>
                  <a:pt x="452" y="215"/>
                </a:cubicBezTo>
                <a:cubicBezTo>
                  <a:pt x="448" y="210"/>
                  <a:pt x="441" y="207"/>
                  <a:pt x="441" y="207"/>
                </a:cubicBezTo>
                <a:cubicBezTo>
                  <a:pt x="441" y="207"/>
                  <a:pt x="434" y="200"/>
                  <a:pt x="432" y="198"/>
                </a:cubicBezTo>
                <a:cubicBezTo>
                  <a:pt x="430" y="196"/>
                  <a:pt x="424" y="177"/>
                  <a:pt x="424" y="177"/>
                </a:cubicBezTo>
                <a:cubicBezTo>
                  <a:pt x="413" y="171"/>
                  <a:pt x="413" y="171"/>
                  <a:pt x="413" y="171"/>
                </a:cubicBezTo>
                <a:cubicBezTo>
                  <a:pt x="413" y="171"/>
                  <a:pt x="409" y="168"/>
                  <a:pt x="408" y="160"/>
                </a:cubicBezTo>
                <a:cubicBezTo>
                  <a:pt x="406" y="152"/>
                  <a:pt x="397" y="153"/>
                  <a:pt x="388" y="146"/>
                </a:cubicBezTo>
                <a:cubicBezTo>
                  <a:pt x="380" y="138"/>
                  <a:pt x="372" y="139"/>
                  <a:pt x="367" y="141"/>
                </a:cubicBezTo>
                <a:cubicBezTo>
                  <a:pt x="362" y="143"/>
                  <a:pt x="351" y="147"/>
                  <a:pt x="347" y="145"/>
                </a:cubicBezTo>
                <a:cubicBezTo>
                  <a:pt x="343" y="143"/>
                  <a:pt x="346" y="136"/>
                  <a:pt x="356" y="119"/>
                </a:cubicBezTo>
                <a:cubicBezTo>
                  <a:pt x="366" y="102"/>
                  <a:pt x="367" y="92"/>
                  <a:pt x="365" y="83"/>
                </a:cubicBezTo>
                <a:cubicBezTo>
                  <a:pt x="363" y="74"/>
                  <a:pt x="350" y="59"/>
                  <a:pt x="351" y="54"/>
                </a:cubicBezTo>
                <a:cubicBezTo>
                  <a:pt x="352" y="48"/>
                  <a:pt x="360" y="44"/>
                  <a:pt x="360" y="44"/>
                </a:cubicBezTo>
                <a:cubicBezTo>
                  <a:pt x="360" y="44"/>
                  <a:pt x="360" y="32"/>
                  <a:pt x="366" y="27"/>
                </a:cubicBezTo>
                <a:cubicBezTo>
                  <a:pt x="372" y="22"/>
                  <a:pt x="354" y="15"/>
                  <a:pt x="354" y="15"/>
                </a:cubicBezTo>
                <a:cubicBezTo>
                  <a:pt x="354" y="15"/>
                  <a:pt x="338" y="16"/>
                  <a:pt x="334" y="10"/>
                </a:cubicBezTo>
                <a:cubicBezTo>
                  <a:pt x="330" y="4"/>
                  <a:pt x="317" y="12"/>
                  <a:pt x="312" y="17"/>
                </a:cubicBezTo>
                <a:cubicBezTo>
                  <a:pt x="308" y="22"/>
                  <a:pt x="299" y="24"/>
                  <a:pt x="296" y="23"/>
                </a:cubicBezTo>
                <a:cubicBezTo>
                  <a:pt x="292" y="22"/>
                  <a:pt x="288" y="18"/>
                  <a:pt x="278" y="18"/>
                </a:cubicBezTo>
                <a:cubicBezTo>
                  <a:pt x="268" y="17"/>
                  <a:pt x="259" y="14"/>
                  <a:pt x="252" y="7"/>
                </a:cubicBezTo>
                <a:cubicBezTo>
                  <a:pt x="244" y="0"/>
                  <a:pt x="233" y="0"/>
                  <a:pt x="228" y="1"/>
                </a:cubicBezTo>
                <a:cubicBezTo>
                  <a:pt x="224" y="2"/>
                  <a:pt x="210" y="5"/>
                  <a:pt x="210" y="5"/>
                </a:cubicBezTo>
                <a:cubicBezTo>
                  <a:pt x="210" y="5"/>
                  <a:pt x="209" y="17"/>
                  <a:pt x="208" y="26"/>
                </a:cubicBezTo>
                <a:cubicBezTo>
                  <a:pt x="208" y="36"/>
                  <a:pt x="210" y="46"/>
                  <a:pt x="207" y="52"/>
                </a:cubicBezTo>
                <a:cubicBezTo>
                  <a:pt x="204" y="58"/>
                  <a:pt x="208" y="61"/>
                  <a:pt x="196" y="80"/>
                </a:cubicBezTo>
                <a:cubicBezTo>
                  <a:pt x="183" y="98"/>
                  <a:pt x="167" y="98"/>
                  <a:pt x="167" y="98"/>
                </a:cubicBezTo>
                <a:cubicBezTo>
                  <a:pt x="167" y="98"/>
                  <a:pt x="167" y="98"/>
                  <a:pt x="164" y="100"/>
                </a:cubicBezTo>
                <a:cubicBezTo>
                  <a:pt x="160" y="103"/>
                  <a:pt x="151" y="106"/>
                  <a:pt x="151" y="112"/>
                </a:cubicBezTo>
                <a:cubicBezTo>
                  <a:pt x="151" y="118"/>
                  <a:pt x="166" y="128"/>
                  <a:pt x="171" y="140"/>
                </a:cubicBezTo>
                <a:cubicBezTo>
                  <a:pt x="176" y="152"/>
                  <a:pt x="178" y="168"/>
                  <a:pt x="185" y="176"/>
                </a:cubicBezTo>
                <a:cubicBezTo>
                  <a:pt x="192" y="185"/>
                  <a:pt x="189" y="190"/>
                  <a:pt x="186" y="196"/>
                </a:cubicBezTo>
                <a:cubicBezTo>
                  <a:pt x="184" y="201"/>
                  <a:pt x="164" y="229"/>
                  <a:pt x="164" y="229"/>
                </a:cubicBezTo>
                <a:cubicBezTo>
                  <a:pt x="164" y="229"/>
                  <a:pt x="150" y="238"/>
                  <a:pt x="150" y="242"/>
                </a:cubicBezTo>
                <a:cubicBezTo>
                  <a:pt x="149" y="246"/>
                  <a:pt x="146" y="250"/>
                  <a:pt x="138" y="255"/>
                </a:cubicBezTo>
                <a:cubicBezTo>
                  <a:pt x="130" y="260"/>
                  <a:pt x="128" y="270"/>
                  <a:pt x="124" y="277"/>
                </a:cubicBezTo>
                <a:cubicBezTo>
                  <a:pt x="120" y="284"/>
                  <a:pt x="119" y="292"/>
                  <a:pt x="119" y="296"/>
                </a:cubicBezTo>
                <a:cubicBezTo>
                  <a:pt x="119" y="300"/>
                  <a:pt x="125" y="302"/>
                  <a:pt x="120" y="320"/>
                </a:cubicBezTo>
                <a:cubicBezTo>
                  <a:pt x="116" y="339"/>
                  <a:pt x="88" y="343"/>
                  <a:pt x="78" y="344"/>
                </a:cubicBezTo>
                <a:cubicBezTo>
                  <a:pt x="68" y="346"/>
                  <a:pt x="63" y="352"/>
                  <a:pt x="61" y="357"/>
                </a:cubicBezTo>
                <a:cubicBezTo>
                  <a:pt x="59" y="362"/>
                  <a:pt x="60" y="368"/>
                  <a:pt x="50" y="371"/>
                </a:cubicBezTo>
                <a:cubicBezTo>
                  <a:pt x="40" y="374"/>
                  <a:pt x="36" y="380"/>
                  <a:pt x="32" y="383"/>
                </a:cubicBezTo>
                <a:cubicBezTo>
                  <a:pt x="28" y="385"/>
                  <a:pt x="15" y="388"/>
                  <a:pt x="4" y="391"/>
                </a:cubicBezTo>
                <a:cubicBezTo>
                  <a:pt x="4" y="391"/>
                  <a:pt x="4" y="391"/>
                  <a:pt x="4" y="391"/>
                </a:cubicBezTo>
                <a:cubicBezTo>
                  <a:pt x="0" y="405"/>
                  <a:pt x="5" y="410"/>
                  <a:pt x="12" y="419"/>
                </a:cubicBezTo>
                <a:cubicBezTo>
                  <a:pt x="18" y="428"/>
                  <a:pt x="10" y="432"/>
                  <a:pt x="10" y="455"/>
                </a:cubicBezTo>
                <a:cubicBezTo>
                  <a:pt x="10" y="478"/>
                  <a:pt x="23" y="490"/>
                  <a:pt x="34" y="498"/>
                </a:cubicBezTo>
                <a:cubicBezTo>
                  <a:pt x="46" y="506"/>
                  <a:pt x="51" y="514"/>
                  <a:pt x="53" y="519"/>
                </a:cubicBezTo>
                <a:cubicBezTo>
                  <a:pt x="55" y="524"/>
                  <a:pt x="68" y="532"/>
                  <a:pt x="81" y="536"/>
                </a:cubicBezTo>
                <a:cubicBezTo>
                  <a:pt x="94" y="540"/>
                  <a:pt x="114" y="568"/>
                  <a:pt x="110" y="582"/>
                </a:cubicBezTo>
                <a:cubicBezTo>
                  <a:pt x="106" y="597"/>
                  <a:pt x="111" y="604"/>
                  <a:pt x="116" y="608"/>
                </a:cubicBezTo>
                <a:cubicBezTo>
                  <a:pt x="120" y="612"/>
                  <a:pt x="124" y="615"/>
                  <a:pt x="124" y="615"/>
                </a:cubicBezTo>
                <a:cubicBezTo>
                  <a:pt x="128" y="620"/>
                  <a:pt x="116" y="625"/>
                  <a:pt x="114" y="631"/>
                </a:cubicBezTo>
                <a:cubicBezTo>
                  <a:pt x="111" y="637"/>
                  <a:pt x="116" y="641"/>
                  <a:pt x="119" y="644"/>
                </a:cubicBezTo>
                <a:cubicBezTo>
                  <a:pt x="122" y="646"/>
                  <a:pt x="127" y="656"/>
                  <a:pt x="127" y="656"/>
                </a:cubicBezTo>
                <a:cubicBezTo>
                  <a:pt x="125" y="660"/>
                  <a:pt x="125" y="660"/>
                  <a:pt x="125" y="660"/>
                </a:cubicBezTo>
                <a:cubicBezTo>
                  <a:pt x="131" y="657"/>
                  <a:pt x="139" y="655"/>
                  <a:pt x="140" y="659"/>
                </a:cubicBezTo>
                <a:cubicBezTo>
                  <a:pt x="143" y="666"/>
                  <a:pt x="156" y="680"/>
                  <a:pt x="152" y="682"/>
                </a:cubicBezTo>
                <a:cubicBezTo>
                  <a:pt x="147" y="683"/>
                  <a:pt x="150" y="688"/>
                  <a:pt x="153" y="688"/>
                </a:cubicBezTo>
                <a:cubicBezTo>
                  <a:pt x="156" y="688"/>
                  <a:pt x="158" y="696"/>
                  <a:pt x="164" y="704"/>
                </a:cubicBezTo>
                <a:cubicBezTo>
                  <a:pt x="170" y="711"/>
                  <a:pt x="180" y="722"/>
                  <a:pt x="193" y="724"/>
                </a:cubicBezTo>
                <a:cubicBezTo>
                  <a:pt x="206" y="725"/>
                  <a:pt x="224" y="714"/>
                  <a:pt x="230" y="708"/>
                </a:cubicBezTo>
                <a:cubicBezTo>
                  <a:pt x="237" y="703"/>
                  <a:pt x="251" y="700"/>
                  <a:pt x="256" y="702"/>
                </a:cubicBezTo>
                <a:cubicBezTo>
                  <a:pt x="260" y="704"/>
                  <a:pt x="278" y="704"/>
                  <a:pt x="283" y="696"/>
                </a:cubicBezTo>
                <a:cubicBezTo>
                  <a:pt x="288" y="688"/>
                  <a:pt x="306" y="686"/>
                  <a:pt x="308" y="689"/>
                </a:cubicBezTo>
                <a:cubicBezTo>
                  <a:pt x="310" y="692"/>
                  <a:pt x="316" y="694"/>
                  <a:pt x="316" y="694"/>
                </a:cubicBezTo>
                <a:cubicBezTo>
                  <a:pt x="323" y="690"/>
                  <a:pt x="323" y="690"/>
                  <a:pt x="323" y="690"/>
                </a:cubicBezTo>
                <a:cubicBezTo>
                  <a:pt x="323" y="690"/>
                  <a:pt x="328" y="683"/>
                  <a:pt x="337" y="674"/>
                </a:cubicBezTo>
                <a:cubicBezTo>
                  <a:pt x="346" y="666"/>
                  <a:pt x="370" y="648"/>
                  <a:pt x="378" y="640"/>
                </a:cubicBezTo>
                <a:cubicBezTo>
                  <a:pt x="386" y="632"/>
                  <a:pt x="394" y="616"/>
                  <a:pt x="401" y="610"/>
                </a:cubicBezTo>
                <a:cubicBezTo>
                  <a:pt x="408" y="605"/>
                  <a:pt x="421" y="600"/>
                  <a:pt x="421" y="600"/>
                </a:cubicBezTo>
                <a:cubicBezTo>
                  <a:pt x="421" y="600"/>
                  <a:pt x="429" y="586"/>
                  <a:pt x="436" y="581"/>
                </a:cubicBezTo>
                <a:cubicBezTo>
                  <a:pt x="444" y="576"/>
                  <a:pt x="450" y="567"/>
                  <a:pt x="450" y="567"/>
                </a:cubicBezTo>
                <a:cubicBezTo>
                  <a:pt x="450" y="567"/>
                  <a:pt x="460" y="566"/>
                  <a:pt x="470" y="567"/>
                </a:cubicBezTo>
                <a:cubicBezTo>
                  <a:pt x="469" y="558"/>
                  <a:pt x="480" y="542"/>
                  <a:pt x="490" y="525"/>
                </a:cubicBezTo>
                <a:cubicBezTo>
                  <a:pt x="500" y="508"/>
                  <a:pt x="491" y="502"/>
                  <a:pt x="491" y="502"/>
                </a:cubicBezTo>
                <a:cubicBezTo>
                  <a:pt x="491" y="493"/>
                  <a:pt x="486" y="494"/>
                  <a:pt x="486" y="486"/>
                </a:cubicBezTo>
                <a:cubicBezTo>
                  <a:pt x="485" y="478"/>
                  <a:pt x="486" y="478"/>
                  <a:pt x="496" y="483"/>
                </a:cubicBezTo>
                <a:cubicBezTo>
                  <a:pt x="506" y="488"/>
                  <a:pt x="511" y="484"/>
                  <a:pt x="518" y="478"/>
                </a:cubicBezTo>
                <a:cubicBezTo>
                  <a:pt x="526" y="473"/>
                  <a:pt x="538" y="468"/>
                  <a:pt x="542" y="468"/>
                </a:cubicBezTo>
                <a:cubicBezTo>
                  <a:pt x="546" y="467"/>
                  <a:pt x="555" y="462"/>
                  <a:pt x="562" y="461"/>
                </a:cubicBezTo>
                <a:cubicBezTo>
                  <a:pt x="568" y="460"/>
                  <a:pt x="578" y="460"/>
                  <a:pt x="578" y="454"/>
                </a:cubicBezTo>
                <a:cubicBezTo>
                  <a:pt x="579" y="448"/>
                  <a:pt x="584" y="448"/>
                  <a:pt x="590" y="447"/>
                </a:cubicBezTo>
                <a:cubicBezTo>
                  <a:pt x="597" y="446"/>
                  <a:pt x="596" y="439"/>
                  <a:pt x="593" y="437"/>
                </a:cubicBezTo>
                <a:cubicBezTo>
                  <a:pt x="590" y="435"/>
                  <a:pt x="582" y="429"/>
                  <a:pt x="579" y="417"/>
                </a:cubicBezTo>
                <a:cubicBezTo>
                  <a:pt x="576" y="405"/>
                  <a:pt x="579" y="391"/>
                  <a:pt x="576" y="387"/>
                </a:cubicBezTo>
                <a:cubicBezTo>
                  <a:pt x="572" y="383"/>
                  <a:pt x="574" y="370"/>
                  <a:pt x="578" y="363"/>
                </a:cubicBezTo>
                <a:cubicBezTo>
                  <a:pt x="583" y="356"/>
                  <a:pt x="609" y="348"/>
                  <a:pt x="627" y="356"/>
                </a:cubicBezTo>
                <a:cubicBezTo>
                  <a:pt x="645" y="363"/>
                  <a:pt x="652" y="356"/>
                  <a:pt x="656" y="353"/>
                </a:cubicBezTo>
                <a:cubicBezTo>
                  <a:pt x="659" y="350"/>
                  <a:pt x="675" y="360"/>
                  <a:pt x="680" y="364"/>
                </a:cubicBezTo>
                <a:cubicBezTo>
                  <a:pt x="686" y="368"/>
                  <a:pt x="738" y="369"/>
                  <a:pt x="750" y="364"/>
                </a:cubicBezTo>
                <a:cubicBezTo>
                  <a:pt x="761" y="358"/>
                  <a:pt x="762" y="340"/>
                  <a:pt x="768" y="335"/>
                </a:cubicBezTo>
                <a:cubicBezTo>
                  <a:pt x="774" y="330"/>
                  <a:pt x="783" y="322"/>
                  <a:pt x="790" y="312"/>
                </a:cubicBezTo>
                <a:cubicBezTo>
                  <a:pt x="796" y="303"/>
                  <a:pt x="829" y="298"/>
                  <a:pt x="842" y="291"/>
                </a:cubicBezTo>
                <a:cubicBezTo>
                  <a:pt x="854" y="284"/>
                  <a:pt x="862" y="268"/>
                  <a:pt x="866" y="257"/>
                </a:cubicBezTo>
                <a:cubicBezTo>
                  <a:pt x="870" y="246"/>
                  <a:pt x="892" y="236"/>
                  <a:pt x="892" y="236"/>
                </a:cubicBezTo>
                <a:cubicBezTo>
                  <a:pt x="892" y="236"/>
                  <a:pt x="894" y="234"/>
                  <a:pt x="886" y="228"/>
                </a:cubicBezTo>
                <a:close/>
              </a:path>
            </a:pathLst>
          </a:custGeom>
          <a:solidFill>
            <a:srgbClr val="102132"/>
          </a:solidFill>
          <a:ln w="9525" cap="flat">
            <a:solidFill>
              <a:srgbClr val="10213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81" name="Freeform 11">
            <a:extLst>
              <a:ext uri="{FF2B5EF4-FFF2-40B4-BE49-F238E27FC236}">
                <a16:creationId xmlns:a16="http://schemas.microsoft.com/office/drawing/2014/main" id="{F43ECF43-0616-C2AF-97D9-824BB5F2856D}"/>
              </a:ext>
            </a:extLst>
          </p:cNvPr>
          <p:cNvSpPr>
            <a:spLocks/>
          </p:cNvSpPr>
          <p:nvPr/>
        </p:nvSpPr>
        <p:spPr bwMode="auto">
          <a:xfrm>
            <a:off x="2102649" y="3092075"/>
            <a:ext cx="117850" cy="394736"/>
          </a:xfrm>
          <a:custGeom>
            <a:avLst/>
            <a:gdLst/>
            <a:ahLst/>
            <a:cxnLst>
              <a:cxn ang="0">
                <a:pos x="76" y="184"/>
              </a:cxn>
              <a:cxn ang="0">
                <a:pos x="88" y="182"/>
              </a:cxn>
              <a:cxn ang="0">
                <a:pos x="71" y="112"/>
              </a:cxn>
              <a:cxn ang="0">
                <a:pos x="58" y="112"/>
              </a:cxn>
              <a:cxn ang="0">
                <a:pos x="49" y="62"/>
              </a:cxn>
              <a:cxn ang="0">
                <a:pos x="45" y="0"/>
              </a:cxn>
              <a:cxn ang="0">
                <a:pos x="33" y="16"/>
              </a:cxn>
              <a:cxn ang="0">
                <a:pos x="31" y="32"/>
              </a:cxn>
              <a:cxn ang="0">
                <a:pos x="21" y="46"/>
              </a:cxn>
              <a:cxn ang="0">
                <a:pos x="17" y="57"/>
              </a:cxn>
              <a:cxn ang="0">
                <a:pos x="13" y="62"/>
              </a:cxn>
              <a:cxn ang="0">
                <a:pos x="9" y="96"/>
              </a:cxn>
              <a:cxn ang="0">
                <a:pos x="12" y="156"/>
              </a:cxn>
              <a:cxn ang="0">
                <a:pos x="1" y="173"/>
              </a:cxn>
              <a:cxn ang="0">
                <a:pos x="15" y="181"/>
              </a:cxn>
              <a:cxn ang="0">
                <a:pos x="15" y="200"/>
              </a:cxn>
              <a:cxn ang="0">
                <a:pos x="27" y="212"/>
              </a:cxn>
              <a:cxn ang="0">
                <a:pos x="17" y="258"/>
              </a:cxn>
              <a:cxn ang="0">
                <a:pos x="27" y="297"/>
              </a:cxn>
              <a:cxn ang="0">
                <a:pos x="44" y="294"/>
              </a:cxn>
              <a:cxn ang="0">
                <a:pos x="76" y="284"/>
              </a:cxn>
              <a:cxn ang="0">
                <a:pos x="84" y="275"/>
              </a:cxn>
              <a:cxn ang="0">
                <a:pos x="75" y="229"/>
              </a:cxn>
              <a:cxn ang="0">
                <a:pos x="70" y="188"/>
              </a:cxn>
              <a:cxn ang="0">
                <a:pos x="76" y="184"/>
              </a:cxn>
            </a:cxnLst>
            <a:rect l="0" t="0" r="r" b="b"/>
            <a:pathLst>
              <a:path w="88" h="297">
                <a:moveTo>
                  <a:pt x="76" y="184"/>
                </a:moveTo>
                <a:cubicBezTo>
                  <a:pt x="82" y="185"/>
                  <a:pt x="83" y="185"/>
                  <a:pt x="88" y="182"/>
                </a:cubicBezTo>
                <a:cubicBezTo>
                  <a:pt x="88" y="182"/>
                  <a:pt x="74" y="112"/>
                  <a:pt x="71" y="112"/>
                </a:cubicBezTo>
                <a:cubicBezTo>
                  <a:pt x="69" y="111"/>
                  <a:pt x="58" y="112"/>
                  <a:pt x="58" y="112"/>
                </a:cubicBezTo>
                <a:cubicBezTo>
                  <a:pt x="58" y="112"/>
                  <a:pt x="52" y="77"/>
                  <a:pt x="49" y="62"/>
                </a:cubicBezTo>
                <a:cubicBezTo>
                  <a:pt x="47" y="46"/>
                  <a:pt x="47" y="9"/>
                  <a:pt x="45" y="0"/>
                </a:cubicBezTo>
                <a:cubicBezTo>
                  <a:pt x="43" y="0"/>
                  <a:pt x="33" y="16"/>
                  <a:pt x="33" y="16"/>
                </a:cubicBezTo>
                <a:cubicBezTo>
                  <a:pt x="31" y="32"/>
                  <a:pt x="31" y="32"/>
                  <a:pt x="31" y="32"/>
                </a:cubicBezTo>
                <a:cubicBezTo>
                  <a:pt x="21" y="46"/>
                  <a:pt x="21" y="46"/>
                  <a:pt x="21" y="46"/>
                </a:cubicBezTo>
                <a:cubicBezTo>
                  <a:pt x="21" y="46"/>
                  <a:pt x="21" y="55"/>
                  <a:pt x="17" y="57"/>
                </a:cubicBezTo>
                <a:cubicBezTo>
                  <a:pt x="15" y="58"/>
                  <a:pt x="14" y="59"/>
                  <a:pt x="13" y="62"/>
                </a:cubicBezTo>
                <a:cubicBezTo>
                  <a:pt x="11" y="71"/>
                  <a:pt x="9" y="84"/>
                  <a:pt x="9" y="96"/>
                </a:cubicBezTo>
                <a:cubicBezTo>
                  <a:pt x="9" y="114"/>
                  <a:pt x="12" y="156"/>
                  <a:pt x="12" y="156"/>
                </a:cubicBezTo>
                <a:cubicBezTo>
                  <a:pt x="12" y="156"/>
                  <a:pt x="0" y="169"/>
                  <a:pt x="1" y="173"/>
                </a:cubicBezTo>
                <a:cubicBezTo>
                  <a:pt x="1" y="178"/>
                  <a:pt x="15" y="177"/>
                  <a:pt x="15" y="181"/>
                </a:cubicBezTo>
                <a:cubicBezTo>
                  <a:pt x="16" y="184"/>
                  <a:pt x="11" y="195"/>
                  <a:pt x="15" y="200"/>
                </a:cubicBezTo>
                <a:cubicBezTo>
                  <a:pt x="19" y="205"/>
                  <a:pt x="30" y="203"/>
                  <a:pt x="27" y="212"/>
                </a:cubicBezTo>
                <a:cubicBezTo>
                  <a:pt x="24" y="222"/>
                  <a:pt x="16" y="247"/>
                  <a:pt x="17" y="258"/>
                </a:cubicBezTo>
                <a:cubicBezTo>
                  <a:pt x="17" y="269"/>
                  <a:pt x="25" y="297"/>
                  <a:pt x="27" y="297"/>
                </a:cubicBezTo>
                <a:cubicBezTo>
                  <a:pt x="30" y="296"/>
                  <a:pt x="35" y="296"/>
                  <a:pt x="44" y="294"/>
                </a:cubicBezTo>
                <a:cubicBezTo>
                  <a:pt x="53" y="292"/>
                  <a:pt x="72" y="284"/>
                  <a:pt x="76" y="284"/>
                </a:cubicBezTo>
                <a:cubicBezTo>
                  <a:pt x="79" y="284"/>
                  <a:pt x="86" y="283"/>
                  <a:pt x="84" y="275"/>
                </a:cubicBezTo>
                <a:cubicBezTo>
                  <a:pt x="81" y="267"/>
                  <a:pt x="76" y="239"/>
                  <a:pt x="75" y="229"/>
                </a:cubicBezTo>
                <a:cubicBezTo>
                  <a:pt x="73" y="218"/>
                  <a:pt x="70" y="191"/>
                  <a:pt x="70" y="188"/>
                </a:cubicBezTo>
                <a:cubicBezTo>
                  <a:pt x="70" y="186"/>
                  <a:pt x="69" y="182"/>
                  <a:pt x="76" y="184"/>
                </a:cubicBezTo>
                <a:close/>
              </a:path>
            </a:pathLst>
          </a:custGeom>
          <a:solidFill>
            <a:srgbClr val="102132"/>
          </a:solidFill>
          <a:ln w="9525" cap="flat">
            <a:solidFill>
              <a:srgbClr val="10213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82" name="Freeform 12">
            <a:extLst>
              <a:ext uri="{FF2B5EF4-FFF2-40B4-BE49-F238E27FC236}">
                <a16:creationId xmlns:a16="http://schemas.microsoft.com/office/drawing/2014/main" id="{023BA3B5-8BC6-BF54-42FC-A19E6FC191A3}"/>
              </a:ext>
            </a:extLst>
          </p:cNvPr>
          <p:cNvSpPr>
            <a:spLocks/>
          </p:cNvSpPr>
          <p:nvPr/>
        </p:nvSpPr>
        <p:spPr bwMode="auto">
          <a:xfrm>
            <a:off x="1937142" y="3172165"/>
            <a:ext cx="354690" cy="422197"/>
          </a:xfrm>
          <a:custGeom>
            <a:avLst/>
            <a:gdLst/>
            <a:ahLst/>
            <a:cxnLst>
              <a:cxn ang="0">
                <a:pos x="260" y="281"/>
              </a:cxn>
              <a:cxn ang="0">
                <a:pos x="240" y="255"/>
              </a:cxn>
              <a:cxn ang="0">
                <a:pos x="232" y="217"/>
              </a:cxn>
              <a:cxn ang="0">
                <a:pos x="209" y="220"/>
              </a:cxn>
              <a:cxn ang="0">
                <a:pos x="209" y="219"/>
              </a:cxn>
              <a:cxn ang="0">
                <a:pos x="201" y="224"/>
              </a:cxn>
              <a:cxn ang="0">
                <a:pos x="169" y="234"/>
              </a:cxn>
              <a:cxn ang="0">
                <a:pos x="152" y="237"/>
              </a:cxn>
              <a:cxn ang="0">
                <a:pos x="142" y="198"/>
              </a:cxn>
              <a:cxn ang="0">
                <a:pos x="152" y="152"/>
              </a:cxn>
              <a:cxn ang="0">
                <a:pos x="140" y="140"/>
              </a:cxn>
              <a:cxn ang="0">
                <a:pos x="140" y="121"/>
              </a:cxn>
              <a:cxn ang="0">
                <a:pos x="126" y="113"/>
              </a:cxn>
              <a:cxn ang="0">
                <a:pos x="137" y="96"/>
              </a:cxn>
              <a:cxn ang="0">
                <a:pos x="134" y="36"/>
              </a:cxn>
              <a:cxn ang="0">
                <a:pos x="138" y="2"/>
              </a:cxn>
              <a:cxn ang="0">
                <a:pos x="138" y="2"/>
              </a:cxn>
              <a:cxn ang="0">
                <a:pos x="128" y="17"/>
              </a:cxn>
              <a:cxn ang="0">
                <a:pos x="109" y="30"/>
              </a:cxn>
              <a:cxn ang="0">
                <a:pos x="102" y="39"/>
              </a:cxn>
              <a:cxn ang="0">
                <a:pos x="100" y="39"/>
              </a:cxn>
              <a:cxn ang="0">
                <a:pos x="97" y="44"/>
              </a:cxn>
              <a:cxn ang="0">
                <a:pos x="80" y="39"/>
              </a:cxn>
              <a:cxn ang="0">
                <a:pos x="66" y="37"/>
              </a:cxn>
              <a:cxn ang="0">
                <a:pos x="49" y="31"/>
              </a:cxn>
              <a:cxn ang="0">
                <a:pos x="33" y="28"/>
              </a:cxn>
              <a:cxn ang="0">
                <a:pos x="12" y="13"/>
              </a:cxn>
              <a:cxn ang="0">
                <a:pos x="0" y="4"/>
              </a:cxn>
              <a:cxn ang="0">
                <a:pos x="8" y="24"/>
              </a:cxn>
              <a:cxn ang="0">
                <a:pos x="22" y="39"/>
              </a:cxn>
              <a:cxn ang="0">
                <a:pos x="26" y="54"/>
              </a:cxn>
              <a:cxn ang="0">
                <a:pos x="35" y="70"/>
              </a:cxn>
              <a:cxn ang="0">
                <a:pos x="42" y="108"/>
              </a:cxn>
              <a:cxn ang="0">
                <a:pos x="42" y="152"/>
              </a:cxn>
              <a:cxn ang="0">
                <a:pos x="41" y="186"/>
              </a:cxn>
              <a:cxn ang="0">
                <a:pos x="96" y="210"/>
              </a:cxn>
              <a:cxn ang="0">
                <a:pos x="126" y="243"/>
              </a:cxn>
              <a:cxn ang="0">
                <a:pos x="114" y="272"/>
              </a:cxn>
              <a:cxn ang="0">
                <a:pos x="106" y="302"/>
              </a:cxn>
              <a:cxn ang="0">
                <a:pos x="109" y="312"/>
              </a:cxn>
              <a:cxn ang="0">
                <a:pos x="110" y="318"/>
              </a:cxn>
              <a:cxn ang="0">
                <a:pos x="144" y="312"/>
              </a:cxn>
              <a:cxn ang="0">
                <a:pos x="168" y="305"/>
              </a:cxn>
              <a:cxn ang="0">
                <a:pos x="188" y="307"/>
              </a:cxn>
              <a:cxn ang="0">
                <a:pos x="213" y="309"/>
              </a:cxn>
              <a:cxn ang="0">
                <a:pos x="239" y="311"/>
              </a:cxn>
              <a:cxn ang="0">
                <a:pos x="260" y="316"/>
              </a:cxn>
              <a:cxn ang="0">
                <a:pos x="265" y="316"/>
              </a:cxn>
              <a:cxn ang="0">
                <a:pos x="260" y="281"/>
              </a:cxn>
            </a:cxnLst>
            <a:rect l="0" t="0" r="r" b="b"/>
            <a:pathLst>
              <a:path w="267" h="318">
                <a:moveTo>
                  <a:pt x="260" y="281"/>
                </a:moveTo>
                <a:cubicBezTo>
                  <a:pt x="253" y="275"/>
                  <a:pt x="245" y="274"/>
                  <a:pt x="240" y="255"/>
                </a:cubicBezTo>
                <a:cubicBezTo>
                  <a:pt x="234" y="236"/>
                  <a:pt x="236" y="217"/>
                  <a:pt x="232" y="217"/>
                </a:cubicBezTo>
                <a:cubicBezTo>
                  <a:pt x="228" y="217"/>
                  <a:pt x="216" y="225"/>
                  <a:pt x="209" y="220"/>
                </a:cubicBezTo>
                <a:cubicBezTo>
                  <a:pt x="209" y="219"/>
                  <a:pt x="209" y="219"/>
                  <a:pt x="209" y="219"/>
                </a:cubicBezTo>
                <a:cubicBezTo>
                  <a:pt x="208" y="223"/>
                  <a:pt x="203" y="224"/>
                  <a:pt x="201" y="224"/>
                </a:cubicBezTo>
                <a:cubicBezTo>
                  <a:pt x="197" y="224"/>
                  <a:pt x="178" y="232"/>
                  <a:pt x="169" y="234"/>
                </a:cubicBezTo>
                <a:cubicBezTo>
                  <a:pt x="160" y="236"/>
                  <a:pt x="155" y="236"/>
                  <a:pt x="152" y="237"/>
                </a:cubicBezTo>
                <a:cubicBezTo>
                  <a:pt x="150" y="237"/>
                  <a:pt x="142" y="209"/>
                  <a:pt x="142" y="198"/>
                </a:cubicBezTo>
                <a:cubicBezTo>
                  <a:pt x="141" y="187"/>
                  <a:pt x="149" y="162"/>
                  <a:pt x="152" y="152"/>
                </a:cubicBezTo>
                <a:cubicBezTo>
                  <a:pt x="155" y="143"/>
                  <a:pt x="144" y="145"/>
                  <a:pt x="140" y="140"/>
                </a:cubicBezTo>
                <a:cubicBezTo>
                  <a:pt x="136" y="135"/>
                  <a:pt x="141" y="124"/>
                  <a:pt x="140" y="121"/>
                </a:cubicBezTo>
                <a:cubicBezTo>
                  <a:pt x="140" y="117"/>
                  <a:pt x="126" y="118"/>
                  <a:pt x="126" y="113"/>
                </a:cubicBezTo>
                <a:cubicBezTo>
                  <a:pt x="125" y="109"/>
                  <a:pt x="137" y="96"/>
                  <a:pt x="137" y="96"/>
                </a:cubicBezTo>
                <a:cubicBezTo>
                  <a:pt x="137" y="96"/>
                  <a:pt x="134" y="54"/>
                  <a:pt x="134" y="36"/>
                </a:cubicBezTo>
                <a:cubicBezTo>
                  <a:pt x="134" y="24"/>
                  <a:pt x="136" y="11"/>
                  <a:pt x="138" y="2"/>
                </a:cubicBezTo>
                <a:cubicBezTo>
                  <a:pt x="138" y="2"/>
                  <a:pt x="138" y="2"/>
                  <a:pt x="138" y="2"/>
                </a:cubicBezTo>
                <a:cubicBezTo>
                  <a:pt x="136" y="6"/>
                  <a:pt x="133" y="12"/>
                  <a:pt x="128" y="17"/>
                </a:cubicBezTo>
                <a:cubicBezTo>
                  <a:pt x="119" y="25"/>
                  <a:pt x="109" y="30"/>
                  <a:pt x="109" y="30"/>
                </a:cubicBezTo>
                <a:cubicBezTo>
                  <a:pt x="107" y="43"/>
                  <a:pt x="102" y="39"/>
                  <a:pt x="102" y="39"/>
                </a:cubicBezTo>
                <a:cubicBezTo>
                  <a:pt x="102" y="39"/>
                  <a:pt x="99" y="36"/>
                  <a:pt x="100" y="39"/>
                </a:cubicBezTo>
                <a:cubicBezTo>
                  <a:pt x="100" y="41"/>
                  <a:pt x="99" y="44"/>
                  <a:pt x="97" y="44"/>
                </a:cubicBezTo>
                <a:cubicBezTo>
                  <a:pt x="91" y="44"/>
                  <a:pt x="86" y="44"/>
                  <a:pt x="80" y="39"/>
                </a:cubicBezTo>
                <a:cubicBezTo>
                  <a:pt x="75" y="35"/>
                  <a:pt x="72" y="36"/>
                  <a:pt x="66" y="37"/>
                </a:cubicBezTo>
                <a:cubicBezTo>
                  <a:pt x="60" y="38"/>
                  <a:pt x="52" y="34"/>
                  <a:pt x="49" y="31"/>
                </a:cubicBezTo>
                <a:cubicBezTo>
                  <a:pt x="45" y="28"/>
                  <a:pt x="38" y="32"/>
                  <a:pt x="33" y="28"/>
                </a:cubicBezTo>
                <a:cubicBezTo>
                  <a:pt x="28" y="24"/>
                  <a:pt x="14" y="18"/>
                  <a:pt x="12" y="13"/>
                </a:cubicBezTo>
                <a:cubicBezTo>
                  <a:pt x="10" y="8"/>
                  <a:pt x="0" y="0"/>
                  <a:pt x="0" y="4"/>
                </a:cubicBezTo>
                <a:cubicBezTo>
                  <a:pt x="0" y="8"/>
                  <a:pt x="1" y="21"/>
                  <a:pt x="8" y="24"/>
                </a:cubicBezTo>
                <a:cubicBezTo>
                  <a:pt x="14" y="27"/>
                  <a:pt x="19" y="38"/>
                  <a:pt x="22" y="39"/>
                </a:cubicBezTo>
                <a:cubicBezTo>
                  <a:pt x="24" y="41"/>
                  <a:pt x="24" y="51"/>
                  <a:pt x="26" y="54"/>
                </a:cubicBezTo>
                <a:cubicBezTo>
                  <a:pt x="29" y="57"/>
                  <a:pt x="36" y="63"/>
                  <a:pt x="35" y="70"/>
                </a:cubicBezTo>
                <a:cubicBezTo>
                  <a:pt x="34" y="76"/>
                  <a:pt x="36" y="96"/>
                  <a:pt x="42" y="108"/>
                </a:cubicBezTo>
                <a:cubicBezTo>
                  <a:pt x="48" y="120"/>
                  <a:pt x="55" y="139"/>
                  <a:pt x="42" y="152"/>
                </a:cubicBezTo>
                <a:cubicBezTo>
                  <a:pt x="28" y="165"/>
                  <a:pt x="24" y="178"/>
                  <a:pt x="41" y="186"/>
                </a:cubicBezTo>
                <a:cubicBezTo>
                  <a:pt x="58" y="194"/>
                  <a:pt x="86" y="202"/>
                  <a:pt x="96" y="210"/>
                </a:cubicBezTo>
                <a:cubicBezTo>
                  <a:pt x="106" y="219"/>
                  <a:pt x="128" y="235"/>
                  <a:pt x="126" y="243"/>
                </a:cubicBezTo>
                <a:cubicBezTo>
                  <a:pt x="124" y="250"/>
                  <a:pt x="118" y="263"/>
                  <a:pt x="114" y="272"/>
                </a:cubicBezTo>
                <a:cubicBezTo>
                  <a:pt x="110" y="282"/>
                  <a:pt x="103" y="301"/>
                  <a:pt x="106" y="302"/>
                </a:cubicBezTo>
                <a:cubicBezTo>
                  <a:pt x="108" y="303"/>
                  <a:pt x="108" y="306"/>
                  <a:pt x="109" y="312"/>
                </a:cubicBezTo>
                <a:cubicBezTo>
                  <a:pt x="110" y="318"/>
                  <a:pt x="110" y="318"/>
                  <a:pt x="110" y="318"/>
                </a:cubicBezTo>
                <a:cubicBezTo>
                  <a:pt x="110" y="318"/>
                  <a:pt x="134" y="314"/>
                  <a:pt x="144" y="312"/>
                </a:cubicBezTo>
                <a:cubicBezTo>
                  <a:pt x="154" y="311"/>
                  <a:pt x="159" y="307"/>
                  <a:pt x="168" y="305"/>
                </a:cubicBezTo>
                <a:cubicBezTo>
                  <a:pt x="178" y="303"/>
                  <a:pt x="185" y="308"/>
                  <a:pt x="188" y="307"/>
                </a:cubicBezTo>
                <a:cubicBezTo>
                  <a:pt x="190" y="306"/>
                  <a:pt x="203" y="308"/>
                  <a:pt x="213" y="309"/>
                </a:cubicBezTo>
                <a:cubicBezTo>
                  <a:pt x="222" y="309"/>
                  <a:pt x="236" y="311"/>
                  <a:pt x="239" y="311"/>
                </a:cubicBezTo>
                <a:cubicBezTo>
                  <a:pt x="242" y="310"/>
                  <a:pt x="257" y="316"/>
                  <a:pt x="260" y="316"/>
                </a:cubicBezTo>
                <a:cubicBezTo>
                  <a:pt x="262" y="317"/>
                  <a:pt x="265" y="316"/>
                  <a:pt x="265" y="316"/>
                </a:cubicBezTo>
                <a:cubicBezTo>
                  <a:pt x="265" y="316"/>
                  <a:pt x="267" y="286"/>
                  <a:pt x="260" y="281"/>
                </a:cubicBezTo>
                <a:close/>
              </a:path>
            </a:pathLst>
          </a:custGeom>
          <a:solidFill>
            <a:srgbClr val="102132"/>
          </a:solidFill>
          <a:ln w="9525" cap="flat">
            <a:solidFill>
              <a:srgbClr val="10213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83" name="Freeform 13">
            <a:extLst>
              <a:ext uri="{FF2B5EF4-FFF2-40B4-BE49-F238E27FC236}">
                <a16:creationId xmlns:a16="http://schemas.microsoft.com/office/drawing/2014/main" id="{371CC560-E6CC-447D-C81B-7F19808F7CF2}"/>
              </a:ext>
            </a:extLst>
          </p:cNvPr>
          <p:cNvSpPr>
            <a:spLocks/>
          </p:cNvSpPr>
          <p:nvPr/>
        </p:nvSpPr>
        <p:spPr bwMode="auto">
          <a:xfrm>
            <a:off x="1945492" y="2613814"/>
            <a:ext cx="305492" cy="615559"/>
          </a:xfrm>
          <a:custGeom>
            <a:avLst/>
            <a:gdLst/>
            <a:ahLst/>
            <a:cxnLst>
              <a:cxn ang="0">
                <a:pos x="215" y="240"/>
              </a:cxn>
              <a:cxn ang="0">
                <a:pos x="225" y="224"/>
              </a:cxn>
              <a:cxn ang="0">
                <a:pos x="217" y="217"/>
              </a:cxn>
              <a:cxn ang="0">
                <a:pos x="211" y="191"/>
              </a:cxn>
              <a:cxn ang="0">
                <a:pos x="182" y="145"/>
              </a:cxn>
              <a:cxn ang="0">
                <a:pos x="154" y="128"/>
              </a:cxn>
              <a:cxn ang="0">
                <a:pos x="135" y="107"/>
              </a:cxn>
              <a:cxn ang="0">
                <a:pos x="111" y="64"/>
              </a:cxn>
              <a:cxn ang="0">
                <a:pos x="113" y="28"/>
              </a:cxn>
              <a:cxn ang="0">
                <a:pos x="105" y="0"/>
              </a:cxn>
              <a:cxn ang="0">
                <a:pos x="105" y="0"/>
              </a:cxn>
              <a:cxn ang="0">
                <a:pos x="93" y="5"/>
              </a:cxn>
              <a:cxn ang="0">
                <a:pos x="67" y="27"/>
              </a:cxn>
              <a:cxn ang="0">
                <a:pos x="53" y="45"/>
              </a:cxn>
              <a:cxn ang="0">
                <a:pos x="36" y="68"/>
              </a:cxn>
              <a:cxn ang="0">
                <a:pos x="13" y="55"/>
              </a:cxn>
              <a:cxn ang="0">
                <a:pos x="0" y="52"/>
              </a:cxn>
              <a:cxn ang="0">
                <a:pos x="12" y="72"/>
              </a:cxn>
              <a:cxn ang="0">
                <a:pos x="34" y="97"/>
              </a:cxn>
              <a:cxn ang="0">
                <a:pos x="42" y="127"/>
              </a:cxn>
              <a:cxn ang="0">
                <a:pos x="43" y="149"/>
              </a:cxn>
              <a:cxn ang="0">
                <a:pos x="51" y="161"/>
              </a:cxn>
              <a:cxn ang="0">
                <a:pos x="61" y="166"/>
              </a:cxn>
              <a:cxn ang="0">
                <a:pos x="75" y="174"/>
              </a:cxn>
              <a:cxn ang="0">
                <a:pos x="83" y="176"/>
              </a:cxn>
              <a:cxn ang="0">
                <a:pos x="80" y="196"/>
              </a:cxn>
              <a:cxn ang="0">
                <a:pos x="95" y="219"/>
              </a:cxn>
              <a:cxn ang="0">
                <a:pos x="103" y="229"/>
              </a:cxn>
              <a:cxn ang="0">
                <a:pos x="107" y="261"/>
              </a:cxn>
              <a:cxn ang="0">
                <a:pos x="113" y="287"/>
              </a:cxn>
              <a:cxn ang="0">
                <a:pos x="113" y="312"/>
              </a:cxn>
              <a:cxn ang="0">
                <a:pos x="107" y="342"/>
              </a:cxn>
              <a:cxn ang="0">
                <a:pos x="99" y="359"/>
              </a:cxn>
              <a:cxn ang="0">
                <a:pos x="86" y="383"/>
              </a:cxn>
              <a:cxn ang="0">
                <a:pos x="77" y="405"/>
              </a:cxn>
              <a:cxn ang="0">
                <a:pos x="80" y="423"/>
              </a:cxn>
              <a:cxn ang="0">
                <a:pos x="92" y="430"/>
              </a:cxn>
              <a:cxn ang="0">
                <a:pos x="93" y="444"/>
              </a:cxn>
              <a:cxn ang="0">
                <a:pos x="96" y="449"/>
              </a:cxn>
              <a:cxn ang="0">
                <a:pos x="99" y="458"/>
              </a:cxn>
              <a:cxn ang="0">
                <a:pos x="106" y="449"/>
              </a:cxn>
              <a:cxn ang="0">
                <a:pos x="125" y="436"/>
              </a:cxn>
              <a:cxn ang="0">
                <a:pos x="139" y="416"/>
              </a:cxn>
              <a:cxn ang="0">
                <a:pos x="143" y="405"/>
              </a:cxn>
              <a:cxn ang="0">
                <a:pos x="153" y="391"/>
              </a:cxn>
              <a:cxn ang="0">
                <a:pos x="155" y="375"/>
              </a:cxn>
              <a:cxn ang="0">
                <a:pos x="167" y="359"/>
              </a:cxn>
              <a:cxn ang="0">
                <a:pos x="174" y="339"/>
              </a:cxn>
              <a:cxn ang="0">
                <a:pos x="183" y="327"/>
              </a:cxn>
              <a:cxn ang="0">
                <a:pos x="198" y="311"/>
              </a:cxn>
              <a:cxn ang="0">
                <a:pos x="209" y="291"/>
              </a:cxn>
              <a:cxn ang="0">
                <a:pos x="219" y="280"/>
              </a:cxn>
              <a:cxn ang="0">
                <a:pos x="228" y="265"/>
              </a:cxn>
              <a:cxn ang="0">
                <a:pos x="220" y="253"/>
              </a:cxn>
              <a:cxn ang="0">
                <a:pos x="215" y="240"/>
              </a:cxn>
            </a:cxnLst>
            <a:rect l="0" t="0" r="r" b="b"/>
            <a:pathLst>
              <a:path w="229" h="462">
                <a:moveTo>
                  <a:pt x="215" y="240"/>
                </a:moveTo>
                <a:cubicBezTo>
                  <a:pt x="217" y="234"/>
                  <a:pt x="229" y="229"/>
                  <a:pt x="225" y="224"/>
                </a:cubicBezTo>
                <a:cubicBezTo>
                  <a:pt x="225" y="224"/>
                  <a:pt x="221" y="221"/>
                  <a:pt x="217" y="217"/>
                </a:cubicBezTo>
                <a:cubicBezTo>
                  <a:pt x="212" y="213"/>
                  <a:pt x="207" y="206"/>
                  <a:pt x="211" y="191"/>
                </a:cubicBezTo>
                <a:cubicBezTo>
                  <a:pt x="215" y="177"/>
                  <a:pt x="195" y="149"/>
                  <a:pt x="182" y="145"/>
                </a:cubicBezTo>
                <a:cubicBezTo>
                  <a:pt x="169" y="141"/>
                  <a:pt x="156" y="133"/>
                  <a:pt x="154" y="128"/>
                </a:cubicBezTo>
                <a:cubicBezTo>
                  <a:pt x="152" y="123"/>
                  <a:pt x="147" y="115"/>
                  <a:pt x="135" y="107"/>
                </a:cubicBezTo>
                <a:cubicBezTo>
                  <a:pt x="124" y="99"/>
                  <a:pt x="111" y="87"/>
                  <a:pt x="111" y="64"/>
                </a:cubicBezTo>
                <a:cubicBezTo>
                  <a:pt x="111" y="41"/>
                  <a:pt x="119" y="37"/>
                  <a:pt x="113" y="28"/>
                </a:cubicBezTo>
                <a:cubicBezTo>
                  <a:pt x="106" y="19"/>
                  <a:pt x="101" y="14"/>
                  <a:pt x="105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100" y="1"/>
                  <a:pt x="96" y="3"/>
                  <a:pt x="93" y="5"/>
                </a:cubicBezTo>
                <a:cubicBezTo>
                  <a:pt x="83" y="11"/>
                  <a:pt x="75" y="27"/>
                  <a:pt x="67" y="27"/>
                </a:cubicBezTo>
                <a:cubicBezTo>
                  <a:pt x="59" y="27"/>
                  <a:pt x="53" y="37"/>
                  <a:pt x="53" y="45"/>
                </a:cubicBezTo>
                <a:cubicBezTo>
                  <a:pt x="52" y="53"/>
                  <a:pt x="43" y="67"/>
                  <a:pt x="36" y="68"/>
                </a:cubicBezTo>
                <a:cubicBezTo>
                  <a:pt x="29" y="69"/>
                  <a:pt x="15" y="62"/>
                  <a:pt x="13" y="55"/>
                </a:cubicBezTo>
                <a:cubicBezTo>
                  <a:pt x="12" y="49"/>
                  <a:pt x="4" y="51"/>
                  <a:pt x="0" y="52"/>
                </a:cubicBezTo>
                <a:cubicBezTo>
                  <a:pt x="3" y="58"/>
                  <a:pt x="9" y="67"/>
                  <a:pt x="12" y="72"/>
                </a:cubicBezTo>
                <a:cubicBezTo>
                  <a:pt x="17" y="80"/>
                  <a:pt x="33" y="87"/>
                  <a:pt x="34" y="97"/>
                </a:cubicBezTo>
                <a:cubicBezTo>
                  <a:pt x="35" y="107"/>
                  <a:pt x="41" y="117"/>
                  <a:pt x="42" y="127"/>
                </a:cubicBezTo>
                <a:cubicBezTo>
                  <a:pt x="43" y="136"/>
                  <a:pt x="41" y="143"/>
                  <a:pt x="43" y="149"/>
                </a:cubicBezTo>
                <a:cubicBezTo>
                  <a:pt x="46" y="155"/>
                  <a:pt x="50" y="156"/>
                  <a:pt x="51" y="161"/>
                </a:cubicBezTo>
                <a:cubicBezTo>
                  <a:pt x="51" y="165"/>
                  <a:pt x="59" y="161"/>
                  <a:pt x="61" y="166"/>
                </a:cubicBezTo>
                <a:cubicBezTo>
                  <a:pt x="63" y="171"/>
                  <a:pt x="73" y="176"/>
                  <a:pt x="75" y="174"/>
                </a:cubicBezTo>
                <a:cubicBezTo>
                  <a:pt x="78" y="172"/>
                  <a:pt x="81" y="166"/>
                  <a:pt x="83" y="176"/>
                </a:cubicBezTo>
                <a:cubicBezTo>
                  <a:pt x="84" y="186"/>
                  <a:pt x="81" y="191"/>
                  <a:pt x="80" y="196"/>
                </a:cubicBezTo>
                <a:cubicBezTo>
                  <a:pt x="79" y="201"/>
                  <a:pt x="90" y="211"/>
                  <a:pt x="95" y="219"/>
                </a:cubicBezTo>
                <a:cubicBezTo>
                  <a:pt x="101" y="226"/>
                  <a:pt x="103" y="229"/>
                  <a:pt x="103" y="229"/>
                </a:cubicBezTo>
                <a:cubicBezTo>
                  <a:pt x="103" y="229"/>
                  <a:pt x="107" y="255"/>
                  <a:pt x="107" y="261"/>
                </a:cubicBezTo>
                <a:cubicBezTo>
                  <a:pt x="107" y="268"/>
                  <a:pt x="107" y="281"/>
                  <a:pt x="113" y="287"/>
                </a:cubicBezTo>
                <a:cubicBezTo>
                  <a:pt x="113" y="287"/>
                  <a:pt x="117" y="307"/>
                  <a:pt x="113" y="312"/>
                </a:cubicBezTo>
                <a:cubicBezTo>
                  <a:pt x="110" y="317"/>
                  <a:pt x="106" y="336"/>
                  <a:pt x="107" y="342"/>
                </a:cubicBezTo>
                <a:cubicBezTo>
                  <a:pt x="109" y="348"/>
                  <a:pt x="102" y="351"/>
                  <a:pt x="99" y="359"/>
                </a:cubicBezTo>
                <a:cubicBezTo>
                  <a:pt x="97" y="366"/>
                  <a:pt x="97" y="378"/>
                  <a:pt x="86" y="383"/>
                </a:cubicBezTo>
                <a:cubicBezTo>
                  <a:pt x="75" y="389"/>
                  <a:pt x="78" y="399"/>
                  <a:pt x="77" y="405"/>
                </a:cubicBezTo>
                <a:cubicBezTo>
                  <a:pt x="77" y="411"/>
                  <a:pt x="72" y="415"/>
                  <a:pt x="80" y="423"/>
                </a:cubicBezTo>
                <a:cubicBezTo>
                  <a:pt x="88" y="431"/>
                  <a:pt x="92" y="430"/>
                  <a:pt x="92" y="430"/>
                </a:cubicBezTo>
                <a:cubicBezTo>
                  <a:pt x="92" y="430"/>
                  <a:pt x="91" y="439"/>
                  <a:pt x="93" y="444"/>
                </a:cubicBezTo>
                <a:cubicBezTo>
                  <a:pt x="96" y="449"/>
                  <a:pt x="96" y="449"/>
                  <a:pt x="96" y="449"/>
                </a:cubicBezTo>
                <a:cubicBezTo>
                  <a:pt x="99" y="458"/>
                  <a:pt x="99" y="458"/>
                  <a:pt x="99" y="458"/>
                </a:cubicBezTo>
                <a:cubicBezTo>
                  <a:pt x="99" y="458"/>
                  <a:pt x="104" y="462"/>
                  <a:pt x="106" y="449"/>
                </a:cubicBezTo>
                <a:cubicBezTo>
                  <a:pt x="106" y="449"/>
                  <a:pt x="116" y="444"/>
                  <a:pt x="125" y="436"/>
                </a:cubicBezTo>
                <a:cubicBezTo>
                  <a:pt x="133" y="428"/>
                  <a:pt x="135" y="418"/>
                  <a:pt x="139" y="416"/>
                </a:cubicBezTo>
                <a:cubicBezTo>
                  <a:pt x="143" y="414"/>
                  <a:pt x="143" y="405"/>
                  <a:pt x="143" y="405"/>
                </a:cubicBezTo>
                <a:cubicBezTo>
                  <a:pt x="153" y="391"/>
                  <a:pt x="153" y="391"/>
                  <a:pt x="153" y="391"/>
                </a:cubicBezTo>
                <a:cubicBezTo>
                  <a:pt x="155" y="375"/>
                  <a:pt x="155" y="375"/>
                  <a:pt x="155" y="375"/>
                </a:cubicBezTo>
                <a:cubicBezTo>
                  <a:pt x="155" y="375"/>
                  <a:pt x="165" y="359"/>
                  <a:pt x="167" y="359"/>
                </a:cubicBezTo>
                <a:cubicBezTo>
                  <a:pt x="169" y="358"/>
                  <a:pt x="173" y="352"/>
                  <a:pt x="174" y="339"/>
                </a:cubicBezTo>
                <a:cubicBezTo>
                  <a:pt x="174" y="339"/>
                  <a:pt x="177" y="334"/>
                  <a:pt x="183" y="327"/>
                </a:cubicBezTo>
                <a:cubicBezTo>
                  <a:pt x="189" y="319"/>
                  <a:pt x="198" y="311"/>
                  <a:pt x="198" y="311"/>
                </a:cubicBezTo>
                <a:cubicBezTo>
                  <a:pt x="198" y="311"/>
                  <a:pt x="203" y="297"/>
                  <a:pt x="209" y="291"/>
                </a:cubicBezTo>
                <a:cubicBezTo>
                  <a:pt x="215" y="285"/>
                  <a:pt x="219" y="280"/>
                  <a:pt x="219" y="280"/>
                </a:cubicBezTo>
                <a:cubicBezTo>
                  <a:pt x="228" y="265"/>
                  <a:pt x="228" y="265"/>
                  <a:pt x="228" y="265"/>
                </a:cubicBezTo>
                <a:cubicBezTo>
                  <a:pt x="228" y="265"/>
                  <a:pt x="223" y="255"/>
                  <a:pt x="220" y="253"/>
                </a:cubicBezTo>
                <a:cubicBezTo>
                  <a:pt x="217" y="250"/>
                  <a:pt x="212" y="246"/>
                  <a:pt x="215" y="240"/>
                </a:cubicBezTo>
                <a:close/>
              </a:path>
            </a:pathLst>
          </a:custGeom>
          <a:solidFill>
            <a:srgbClr val="102132"/>
          </a:solidFill>
          <a:ln w="9525" cap="flat">
            <a:solidFill>
              <a:srgbClr val="10213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84" name="Freeform 18">
            <a:extLst>
              <a:ext uri="{FF2B5EF4-FFF2-40B4-BE49-F238E27FC236}">
                <a16:creationId xmlns:a16="http://schemas.microsoft.com/office/drawing/2014/main" id="{DF273DCA-C7F2-F4B0-1415-43F75023D6A9}"/>
              </a:ext>
            </a:extLst>
          </p:cNvPr>
          <p:cNvSpPr>
            <a:spLocks/>
          </p:cNvSpPr>
          <p:nvPr/>
        </p:nvSpPr>
        <p:spPr bwMode="auto">
          <a:xfrm>
            <a:off x="2199496" y="3265986"/>
            <a:ext cx="159039" cy="227689"/>
          </a:xfrm>
          <a:custGeom>
            <a:avLst/>
            <a:gdLst/>
            <a:ahLst/>
            <a:cxnLst>
              <a:cxn ang="0">
                <a:pos x="115" y="14"/>
              </a:cxn>
              <a:cxn ang="0">
                <a:pos x="115" y="0"/>
              </a:cxn>
              <a:cxn ang="0">
                <a:pos x="114" y="2"/>
              </a:cxn>
              <a:cxn ang="0">
                <a:pos x="96" y="7"/>
              </a:cxn>
              <a:cxn ang="0">
                <a:pos x="71" y="17"/>
              </a:cxn>
              <a:cxn ang="0">
                <a:pos x="45" y="29"/>
              </a:cxn>
              <a:cxn ang="0">
                <a:pos x="19" y="51"/>
              </a:cxn>
              <a:cxn ang="0">
                <a:pos x="7" y="53"/>
              </a:cxn>
              <a:cxn ang="0">
                <a:pos x="1" y="57"/>
              </a:cxn>
              <a:cxn ang="0">
                <a:pos x="6" y="98"/>
              </a:cxn>
              <a:cxn ang="0">
                <a:pos x="15" y="144"/>
              </a:cxn>
              <a:cxn ang="0">
                <a:pos x="15" y="148"/>
              </a:cxn>
              <a:cxn ang="0">
                <a:pos x="15" y="149"/>
              </a:cxn>
              <a:cxn ang="0">
                <a:pos x="38" y="146"/>
              </a:cxn>
              <a:cxn ang="0">
                <a:pos x="42" y="162"/>
              </a:cxn>
              <a:cxn ang="0">
                <a:pos x="46" y="160"/>
              </a:cxn>
              <a:cxn ang="0">
                <a:pos x="58" y="170"/>
              </a:cxn>
              <a:cxn ang="0">
                <a:pos x="67" y="159"/>
              </a:cxn>
              <a:cxn ang="0">
                <a:pos x="90" y="138"/>
              </a:cxn>
              <a:cxn ang="0">
                <a:pos x="108" y="115"/>
              </a:cxn>
              <a:cxn ang="0">
                <a:pos x="110" y="94"/>
              </a:cxn>
              <a:cxn ang="0">
                <a:pos x="114" y="74"/>
              </a:cxn>
              <a:cxn ang="0">
                <a:pos x="113" y="53"/>
              </a:cxn>
              <a:cxn ang="0">
                <a:pos x="115" y="22"/>
              </a:cxn>
              <a:cxn ang="0">
                <a:pos x="115" y="14"/>
              </a:cxn>
            </a:cxnLst>
            <a:rect l="0" t="0" r="r" b="b"/>
            <a:pathLst>
              <a:path w="119" h="171">
                <a:moveTo>
                  <a:pt x="115" y="14"/>
                </a:moveTo>
                <a:cubicBezTo>
                  <a:pt x="115" y="0"/>
                  <a:pt x="115" y="0"/>
                  <a:pt x="115" y="0"/>
                </a:cubicBezTo>
                <a:cubicBezTo>
                  <a:pt x="114" y="2"/>
                  <a:pt x="114" y="2"/>
                  <a:pt x="114" y="2"/>
                </a:cubicBezTo>
                <a:cubicBezTo>
                  <a:pt x="114" y="2"/>
                  <a:pt x="102" y="3"/>
                  <a:pt x="96" y="7"/>
                </a:cubicBezTo>
                <a:cubicBezTo>
                  <a:pt x="90" y="11"/>
                  <a:pt x="84" y="16"/>
                  <a:pt x="71" y="17"/>
                </a:cubicBezTo>
                <a:cubicBezTo>
                  <a:pt x="58" y="17"/>
                  <a:pt x="49" y="25"/>
                  <a:pt x="45" y="29"/>
                </a:cubicBezTo>
                <a:cubicBezTo>
                  <a:pt x="41" y="33"/>
                  <a:pt x="38" y="49"/>
                  <a:pt x="19" y="51"/>
                </a:cubicBezTo>
                <a:cubicBezTo>
                  <a:pt x="14" y="54"/>
                  <a:pt x="13" y="54"/>
                  <a:pt x="7" y="53"/>
                </a:cubicBezTo>
                <a:cubicBezTo>
                  <a:pt x="0" y="51"/>
                  <a:pt x="1" y="55"/>
                  <a:pt x="1" y="57"/>
                </a:cubicBezTo>
                <a:cubicBezTo>
                  <a:pt x="1" y="60"/>
                  <a:pt x="4" y="87"/>
                  <a:pt x="6" y="98"/>
                </a:cubicBezTo>
                <a:cubicBezTo>
                  <a:pt x="7" y="108"/>
                  <a:pt x="12" y="136"/>
                  <a:pt x="15" y="144"/>
                </a:cubicBezTo>
                <a:cubicBezTo>
                  <a:pt x="15" y="146"/>
                  <a:pt x="15" y="147"/>
                  <a:pt x="15" y="148"/>
                </a:cubicBezTo>
                <a:cubicBezTo>
                  <a:pt x="15" y="149"/>
                  <a:pt x="15" y="149"/>
                  <a:pt x="15" y="149"/>
                </a:cubicBezTo>
                <a:cubicBezTo>
                  <a:pt x="22" y="154"/>
                  <a:pt x="34" y="146"/>
                  <a:pt x="38" y="146"/>
                </a:cubicBezTo>
                <a:cubicBezTo>
                  <a:pt x="40" y="146"/>
                  <a:pt x="41" y="153"/>
                  <a:pt x="42" y="162"/>
                </a:cubicBezTo>
                <a:cubicBezTo>
                  <a:pt x="43" y="161"/>
                  <a:pt x="45" y="160"/>
                  <a:pt x="46" y="160"/>
                </a:cubicBezTo>
                <a:cubicBezTo>
                  <a:pt x="50" y="158"/>
                  <a:pt x="52" y="169"/>
                  <a:pt x="58" y="170"/>
                </a:cubicBezTo>
                <a:cubicBezTo>
                  <a:pt x="65" y="171"/>
                  <a:pt x="67" y="159"/>
                  <a:pt x="67" y="159"/>
                </a:cubicBezTo>
                <a:cubicBezTo>
                  <a:pt x="67" y="159"/>
                  <a:pt x="80" y="147"/>
                  <a:pt x="90" y="138"/>
                </a:cubicBezTo>
                <a:cubicBezTo>
                  <a:pt x="99" y="129"/>
                  <a:pt x="105" y="120"/>
                  <a:pt x="108" y="115"/>
                </a:cubicBezTo>
                <a:cubicBezTo>
                  <a:pt x="112" y="111"/>
                  <a:pt x="111" y="98"/>
                  <a:pt x="110" y="94"/>
                </a:cubicBezTo>
                <a:cubicBezTo>
                  <a:pt x="110" y="91"/>
                  <a:pt x="112" y="78"/>
                  <a:pt x="114" y="74"/>
                </a:cubicBezTo>
                <a:cubicBezTo>
                  <a:pt x="116" y="69"/>
                  <a:pt x="115" y="63"/>
                  <a:pt x="113" y="53"/>
                </a:cubicBezTo>
                <a:cubicBezTo>
                  <a:pt x="111" y="44"/>
                  <a:pt x="112" y="30"/>
                  <a:pt x="115" y="22"/>
                </a:cubicBezTo>
                <a:cubicBezTo>
                  <a:pt x="119" y="15"/>
                  <a:pt x="115" y="14"/>
                  <a:pt x="115" y="14"/>
                </a:cubicBezTo>
                <a:close/>
              </a:path>
            </a:pathLst>
          </a:custGeom>
          <a:solidFill>
            <a:srgbClr val="102132"/>
          </a:solidFill>
          <a:ln w="9525" cap="flat">
            <a:solidFill>
              <a:srgbClr val="102132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85" name="Freeform 19">
            <a:extLst>
              <a:ext uri="{FF2B5EF4-FFF2-40B4-BE49-F238E27FC236}">
                <a16:creationId xmlns:a16="http://schemas.microsoft.com/office/drawing/2014/main" id="{FED8C8A3-5B22-F422-14C5-AAF8BCE1DCDF}"/>
              </a:ext>
            </a:extLst>
          </p:cNvPr>
          <p:cNvSpPr>
            <a:spLocks/>
          </p:cNvSpPr>
          <p:nvPr/>
        </p:nvSpPr>
        <p:spPr bwMode="auto">
          <a:xfrm>
            <a:off x="2254416" y="3418160"/>
            <a:ext cx="168193" cy="197941"/>
          </a:xfrm>
          <a:custGeom>
            <a:avLst/>
            <a:gdLst/>
            <a:ahLst/>
            <a:cxnLst>
              <a:cxn ang="0">
                <a:pos x="124" y="127"/>
              </a:cxn>
              <a:cxn ang="0">
                <a:pos x="115" y="123"/>
              </a:cxn>
              <a:cxn ang="0">
                <a:pos x="108" y="116"/>
              </a:cxn>
              <a:cxn ang="0">
                <a:pos x="96" y="91"/>
              </a:cxn>
              <a:cxn ang="0">
                <a:pos x="101" y="63"/>
              </a:cxn>
              <a:cxn ang="0">
                <a:pos x="84" y="33"/>
              </a:cxn>
              <a:cxn ang="0">
                <a:pos x="73" y="6"/>
              </a:cxn>
              <a:cxn ang="0">
                <a:pos x="68" y="0"/>
              </a:cxn>
              <a:cxn ang="0">
                <a:pos x="67" y="1"/>
              </a:cxn>
              <a:cxn ang="0">
                <a:pos x="49" y="24"/>
              </a:cxn>
              <a:cxn ang="0">
                <a:pos x="26" y="45"/>
              </a:cxn>
              <a:cxn ang="0">
                <a:pos x="17" y="56"/>
              </a:cxn>
              <a:cxn ang="0">
                <a:pos x="5" y="46"/>
              </a:cxn>
              <a:cxn ang="0">
                <a:pos x="1" y="48"/>
              </a:cxn>
              <a:cxn ang="0">
                <a:pos x="5" y="70"/>
              </a:cxn>
              <a:cxn ang="0">
                <a:pos x="25" y="96"/>
              </a:cxn>
              <a:cxn ang="0">
                <a:pos x="30" y="131"/>
              </a:cxn>
              <a:cxn ang="0">
                <a:pos x="29" y="131"/>
              </a:cxn>
              <a:cxn ang="0">
                <a:pos x="29" y="132"/>
              </a:cxn>
              <a:cxn ang="0">
                <a:pos x="51" y="136"/>
              </a:cxn>
              <a:cxn ang="0">
                <a:pos x="89" y="146"/>
              </a:cxn>
              <a:cxn ang="0">
                <a:pos x="117" y="142"/>
              </a:cxn>
              <a:cxn ang="0">
                <a:pos x="124" y="127"/>
              </a:cxn>
            </a:cxnLst>
            <a:rect l="0" t="0" r="r" b="b"/>
            <a:pathLst>
              <a:path w="126" h="149">
                <a:moveTo>
                  <a:pt x="124" y="127"/>
                </a:moveTo>
                <a:cubicBezTo>
                  <a:pt x="115" y="123"/>
                  <a:pt x="115" y="123"/>
                  <a:pt x="115" y="123"/>
                </a:cubicBezTo>
                <a:cubicBezTo>
                  <a:pt x="115" y="123"/>
                  <a:pt x="113" y="120"/>
                  <a:pt x="108" y="116"/>
                </a:cubicBezTo>
                <a:cubicBezTo>
                  <a:pt x="103" y="112"/>
                  <a:pt x="92" y="100"/>
                  <a:pt x="96" y="91"/>
                </a:cubicBezTo>
                <a:cubicBezTo>
                  <a:pt x="100" y="82"/>
                  <a:pt x="103" y="75"/>
                  <a:pt x="101" y="63"/>
                </a:cubicBezTo>
                <a:cubicBezTo>
                  <a:pt x="99" y="51"/>
                  <a:pt x="88" y="39"/>
                  <a:pt x="84" y="33"/>
                </a:cubicBezTo>
                <a:cubicBezTo>
                  <a:pt x="81" y="28"/>
                  <a:pt x="74" y="15"/>
                  <a:pt x="73" y="6"/>
                </a:cubicBezTo>
                <a:cubicBezTo>
                  <a:pt x="73" y="2"/>
                  <a:pt x="70" y="1"/>
                  <a:pt x="68" y="0"/>
                </a:cubicBezTo>
                <a:cubicBezTo>
                  <a:pt x="68" y="1"/>
                  <a:pt x="68" y="1"/>
                  <a:pt x="67" y="1"/>
                </a:cubicBezTo>
                <a:cubicBezTo>
                  <a:pt x="64" y="6"/>
                  <a:pt x="58" y="15"/>
                  <a:pt x="49" y="24"/>
                </a:cubicBezTo>
                <a:cubicBezTo>
                  <a:pt x="39" y="33"/>
                  <a:pt x="26" y="45"/>
                  <a:pt x="26" y="45"/>
                </a:cubicBezTo>
                <a:cubicBezTo>
                  <a:pt x="26" y="45"/>
                  <a:pt x="24" y="57"/>
                  <a:pt x="17" y="56"/>
                </a:cubicBezTo>
                <a:cubicBezTo>
                  <a:pt x="11" y="55"/>
                  <a:pt x="9" y="44"/>
                  <a:pt x="5" y="46"/>
                </a:cubicBezTo>
                <a:cubicBezTo>
                  <a:pt x="4" y="46"/>
                  <a:pt x="2" y="47"/>
                  <a:pt x="1" y="48"/>
                </a:cubicBezTo>
                <a:cubicBezTo>
                  <a:pt x="0" y="46"/>
                  <a:pt x="2" y="59"/>
                  <a:pt x="5" y="70"/>
                </a:cubicBezTo>
                <a:cubicBezTo>
                  <a:pt x="10" y="89"/>
                  <a:pt x="18" y="90"/>
                  <a:pt x="25" y="96"/>
                </a:cubicBezTo>
                <a:cubicBezTo>
                  <a:pt x="32" y="101"/>
                  <a:pt x="30" y="131"/>
                  <a:pt x="30" y="131"/>
                </a:cubicBezTo>
                <a:cubicBezTo>
                  <a:pt x="30" y="131"/>
                  <a:pt x="30" y="131"/>
                  <a:pt x="29" y="131"/>
                </a:cubicBezTo>
                <a:cubicBezTo>
                  <a:pt x="29" y="132"/>
                  <a:pt x="29" y="132"/>
                  <a:pt x="29" y="132"/>
                </a:cubicBezTo>
                <a:cubicBezTo>
                  <a:pt x="29" y="132"/>
                  <a:pt x="43" y="132"/>
                  <a:pt x="51" y="136"/>
                </a:cubicBezTo>
                <a:cubicBezTo>
                  <a:pt x="59" y="139"/>
                  <a:pt x="75" y="142"/>
                  <a:pt x="89" y="146"/>
                </a:cubicBezTo>
                <a:cubicBezTo>
                  <a:pt x="104" y="149"/>
                  <a:pt x="109" y="147"/>
                  <a:pt x="117" y="142"/>
                </a:cubicBezTo>
                <a:cubicBezTo>
                  <a:pt x="126" y="137"/>
                  <a:pt x="124" y="127"/>
                  <a:pt x="124" y="127"/>
                </a:cubicBezTo>
                <a:close/>
              </a:path>
            </a:pathLst>
          </a:custGeom>
          <a:solidFill>
            <a:srgbClr val="A9D538">
              <a:lumMod val="75000"/>
            </a:srgbClr>
          </a:solidFill>
          <a:ln w="9525" cap="flat">
            <a:solidFill>
              <a:srgbClr val="84B22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86" name="Freeform 22">
            <a:extLst>
              <a:ext uri="{FF2B5EF4-FFF2-40B4-BE49-F238E27FC236}">
                <a16:creationId xmlns:a16="http://schemas.microsoft.com/office/drawing/2014/main" id="{8F756864-ADE6-35EE-90F1-B7F241DB0020}"/>
              </a:ext>
            </a:extLst>
          </p:cNvPr>
          <p:cNvSpPr>
            <a:spLocks/>
          </p:cNvSpPr>
          <p:nvPr/>
        </p:nvSpPr>
        <p:spPr bwMode="auto">
          <a:xfrm>
            <a:off x="3145720" y="3253401"/>
            <a:ext cx="493134" cy="264302"/>
          </a:xfrm>
          <a:custGeom>
            <a:avLst/>
            <a:gdLst/>
            <a:ahLst/>
            <a:cxnLst>
              <a:cxn ang="0">
                <a:pos x="362" y="110"/>
              </a:cxn>
              <a:cxn ang="0">
                <a:pos x="370" y="99"/>
              </a:cxn>
              <a:cxn ang="0">
                <a:pos x="353" y="81"/>
              </a:cxn>
              <a:cxn ang="0">
                <a:pos x="350" y="61"/>
              </a:cxn>
              <a:cxn ang="0">
                <a:pos x="347" y="45"/>
              </a:cxn>
              <a:cxn ang="0">
                <a:pos x="319" y="3"/>
              </a:cxn>
              <a:cxn ang="0">
                <a:pos x="298" y="17"/>
              </a:cxn>
              <a:cxn ang="0">
                <a:pos x="261" y="25"/>
              </a:cxn>
              <a:cxn ang="0">
                <a:pos x="232" y="37"/>
              </a:cxn>
              <a:cxn ang="0">
                <a:pos x="216" y="41"/>
              </a:cxn>
              <a:cxn ang="0">
                <a:pos x="142" y="61"/>
              </a:cxn>
              <a:cxn ang="0">
                <a:pos x="78" y="73"/>
              </a:cxn>
              <a:cxn ang="0">
                <a:pos x="59" y="75"/>
              </a:cxn>
              <a:cxn ang="0">
                <a:pos x="0" y="102"/>
              </a:cxn>
              <a:cxn ang="0">
                <a:pos x="6" y="109"/>
              </a:cxn>
              <a:cxn ang="0">
                <a:pos x="23" y="117"/>
              </a:cxn>
              <a:cxn ang="0">
                <a:pos x="41" y="124"/>
              </a:cxn>
              <a:cxn ang="0">
                <a:pos x="61" y="133"/>
              </a:cxn>
              <a:cxn ang="0">
                <a:pos x="93" y="120"/>
              </a:cxn>
              <a:cxn ang="0">
                <a:pos x="105" y="137"/>
              </a:cxn>
              <a:cxn ang="0">
                <a:pos x="125" y="135"/>
              </a:cxn>
              <a:cxn ang="0">
                <a:pos x="151" y="148"/>
              </a:cxn>
              <a:cxn ang="0">
                <a:pos x="155" y="176"/>
              </a:cxn>
              <a:cxn ang="0">
                <a:pos x="162" y="199"/>
              </a:cxn>
              <a:cxn ang="0">
                <a:pos x="167" y="197"/>
              </a:cxn>
              <a:cxn ang="0">
                <a:pos x="182" y="193"/>
              </a:cxn>
              <a:cxn ang="0">
                <a:pos x="205" y="189"/>
              </a:cxn>
              <a:cxn ang="0">
                <a:pos x="219" y="191"/>
              </a:cxn>
              <a:cxn ang="0">
                <a:pos x="243" y="181"/>
              </a:cxn>
              <a:cxn ang="0">
                <a:pos x="263" y="160"/>
              </a:cxn>
              <a:cxn ang="0">
                <a:pos x="281" y="137"/>
              </a:cxn>
              <a:cxn ang="0">
                <a:pos x="305" y="128"/>
              </a:cxn>
              <a:cxn ang="0">
                <a:pos x="341" y="125"/>
              </a:cxn>
              <a:cxn ang="0">
                <a:pos x="355" y="124"/>
              </a:cxn>
              <a:cxn ang="0">
                <a:pos x="362" y="110"/>
              </a:cxn>
            </a:cxnLst>
            <a:rect l="0" t="0" r="r" b="b"/>
            <a:pathLst>
              <a:path w="370" h="199">
                <a:moveTo>
                  <a:pt x="362" y="110"/>
                </a:moveTo>
                <a:cubicBezTo>
                  <a:pt x="367" y="109"/>
                  <a:pt x="370" y="99"/>
                  <a:pt x="370" y="99"/>
                </a:cubicBezTo>
                <a:cubicBezTo>
                  <a:pt x="369" y="91"/>
                  <a:pt x="359" y="85"/>
                  <a:pt x="353" y="81"/>
                </a:cubicBezTo>
                <a:cubicBezTo>
                  <a:pt x="346" y="76"/>
                  <a:pt x="352" y="63"/>
                  <a:pt x="350" y="61"/>
                </a:cubicBezTo>
                <a:cubicBezTo>
                  <a:pt x="348" y="59"/>
                  <a:pt x="347" y="51"/>
                  <a:pt x="347" y="45"/>
                </a:cubicBezTo>
                <a:cubicBezTo>
                  <a:pt x="347" y="39"/>
                  <a:pt x="322" y="5"/>
                  <a:pt x="319" y="3"/>
                </a:cubicBezTo>
                <a:cubicBezTo>
                  <a:pt x="317" y="0"/>
                  <a:pt x="302" y="13"/>
                  <a:pt x="298" y="17"/>
                </a:cubicBezTo>
                <a:cubicBezTo>
                  <a:pt x="294" y="21"/>
                  <a:pt x="274" y="26"/>
                  <a:pt x="261" y="25"/>
                </a:cubicBezTo>
                <a:cubicBezTo>
                  <a:pt x="247" y="25"/>
                  <a:pt x="232" y="37"/>
                  <a:pt x="232" y="37"/>
                </a:cubicBezTo>
                <a:cubicBezTo>
                  <a:pt x="232" y="37"/>
                  <a:pt x="226" y="40"/>
                  <a:pt x="216" y="41"/>
                </a:cubicBezTo>
                <a:cubicBezTo>
                  <a:pt x="206" y="41"/>
                  <a:pt x="163" y="54"/>
                  <a:pt x="142" y="61"/>
                </a:cubicBezTo>
                <a:cubicBezTo>
                  <a:pt x="121" y="67"/>
                  <a:pt x="78" y="73"/>
                  <a:pt x="78" y="73"/>
                </a:cubicBezTo>
                <a:cubicBezTo>
                  <a:pt x="78" y="73"/>
                  <a:pt x="73" y="73"/>
                  <a:pt x="59" y="75"/>
                </a:cubicBezTo>
                <a:cubicBezTo>
                  <a:pt x="45" y="77"/>
                  <a:pt x="5" y="100"/>
                  <a:pt x="0" y="102"/>
                </a:cubicBezTo>
                <a:cubicBezTo>
                  <a:pt x="2" y="105"/>
                  <a:pt x="4" y="108"/>
                  <a:pt x="6" y="109"/>
                </a:cubicBezTo>
                <a:cubicBezTo>
                  <a:pt x="11" y="112"/>
                  <a:pt x="17" y="117"/>
                  <a:pt x="23" y="117"/>
                </a:cubicBezTo>
                <a:cubicBezTo>
                  <a:pt x="29" y="117"/>
                  <a:pt x="40" y="122"/>
                  <a:pt x="41" y="124"/>
                </a:cubicBezTo>
                <a:cubicBezTo>
                  <a:pt x="43" y="126"/>
                  <a:pt x="48" y="129"/>
                  <a:pt x="61" y="133"/>
                </a:cubicBezTo>
                <a:cubicBezTo>
                  <a:pt x="75" y="137"/>
                  <a:pt x="83" y="120"/>
                  <a:pt x="93" y="120"/>
                </a:cubicBezTo>
                <a:cubicBezTo>
                  <a:pt x="103" y="120"/>
                  <a:pt x="101" y="138"/>
                  <a:pt x="105" y="137"/>
                </a:cubicBezTo>
                <a:cubicBezTo>
                  <a:pt x="108" y="137"/>
                  <a:pt x="118" y="133"/>
                  <a:pt x="125" y="135"/>
                </a:cubicBezTo>
                <a:cubicBezTo>
                  <a:pt x="131" y="136"/>
                  <a:pt x="145" y="141"/>
                  <a:pt x="151" y="148"/>
                </a:cubicBezTo>
                <a:cubicBezTo>
                  <a:pt x="157" y="155"/>
                  <a:pt x="153" y="167"/>
                  <a:pt x="155" y="176"/>
                </a:cubicBezTo>
                <a:cubicBezTo>
                  <a:pt x="157" y="185"/>
                  <a:pt x="162" y="199"/>
                  <a:pt x="162" y="199"/>
                </a:cubicBezTo>
                <a:cubicBezTo>
                  <a:pt x="162" y="199"/>
                  <a:pt x="162" y="199"/>
                  <a:pt x="167" y="197"/>
                </a:cubicBezTo>
                <a:cubicBezTo>
                  <a:pt x="171" y="194"/>
                  <a:pt x="178" y="195"/>
                  <a:pt x="182" y="193"/>
                </a:cubicBezTo>
                <a:cubicBezTo>
                  <a:pt x="186" y="192"/>
                  <a:pt x="200" y="192"/>
                  <a:pt x="205" y="189"/>
                </a:cubicBezTo>
                <a:cubicBezTo>
                  <a:pt x="211" y="185"/>
                  <a:pt x="217" y="191"/>
                  <a:pt x="219" y="191"/>
                </a:cubicBezTo>
                <a:cubicBezTo>
                  <a:pt x="222" y="190"/>
                  <a:pt x="229" y="183"/>
                  <a:pt x="243" y="181"/>
                </a:cubicBezTo>
                <a:cubicBezTo>
                  <a:pt x="257" y="179"/>
                  <a:pt x="259" y="169"/>
                  <a:pt x="263" y="160"/>
                </a:cubicBezTo>
                <a:cubicBezTo>
                  <a:pt x="268" y="151"/>
                  <a:pt x="274" y="139"/>
                  <a:pt x="281" y="137"/>
                </a:cubicBezTo>
                <a:cubicBezTo>
                  <a:pt x="289" y="135"/>
                  <a:pt x="300" y="133"/>
                  <a:pt x="305" y="128"/>
                </a:cubicBezTo>
                <a:cubicBezTo>
                  <a:pt x="309" y="123"/>
                  <a:pt x="333" y="127"/>
                  <a:pt x="341" y="125"/>
                </a:cubicBezTo>
                <a:cubicBezTo>
                  <a:pt x="345" y="124"/>
                  <a:pt x="350" y="124"/>
                  <a:pt x="355" y="124"/>
                </a:cubicBezTo>
                <a:cubicBezTo>
                  <a:pt x="356" y="118"/>
                  <a:pt x="359" y="111"/>
                  <a:pt x="362" y="110"/>
                </a:cubicBezTo>
                <a:close/>
              </a:path>
            </a:pathLst>
          </a:custGeom>
          <a:solidFill>
            <a:srgbClr val="A9D538"/>
          </a:solidFill>
          <a:ln w="9525" cap="flat">
            <a:solidFill>
              <a:srgbClr val="A9D538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87" name="Freeform 27">
            <a:extLst>
              <a:ext uri="{FF2B5EF4-FFF2-40B4-BE49-F238E27FC236}">
                <a16:creationId xmlns:a16="http://schemas.microsoft.com/office/drawing/2014/main" id="{D1E89D84-A4D8-8EB3-A04C-79D1795618C8}"/>
              </a:ext>
            </a:extLst>
          </p:cNvPr>
          <p:cNvSpPr>
            <a:spLocks/>
          </p:cNvSpPr>
          <p:nvPr/>
        </p:nvSpPr>
        <p:spPr bwMode="auto">
          <a:xfrm>
            <a:off x="2017575" y="3687039"/>
            <a:ext cx="164759" cy="144165"/>
          </a:xfrm>
          <a:custGeom>
            <a:avLst/>
            <a:gdLst/>
            <a:ahLst/>
            <a:cxnLst>
              <a:cxn ang="0">
                <a:pos x="113" y="80"/>
              </a:cxn>
              <a:cxn ang="0">
                <a:pos x="119" y="78"/>
              </a:cxn>
              <a:cxn ang="0">
                <a:pos x="124" y="65"/>
              </a:cxn>
              <a:cxn ang="0">
                <a:pos x="97" y="55"/>
              </a:cxn>
              <a:cxn ang="0">
                <a:pos x="101" y="5"/>
              </a:cxn>
              <a:cxn ang="0">
                <a:pos x="97" y="0"/>
              </a:cxn>
              <a:cxn ang="0">
                <a:pos x="71" y="3"/>
              </a:cxn>
              <a:cxn ang="0">
                <a:pos x="10" y="10"/>
              </a:cxn>
              <a:cxn ang="0">
                <a:pos x="6" y="10"/>
              </a:cxn>
              <a:cxn ang="0">
                <a:pos x="7" y="10"/>
              </a:cxn>
              <a:cxn ang="0">
                <a:pos x="9" y="18"/>
              </a:cxn>
              <a:cxn ang="0">
                <a:pos x="3" y="28"/>
              </a:cxn>
              <a:cxn ang="0">
                <a:pos x="10" y="33"/>
              </a:cxn>
              <a:cxn ang="0">
                <a:pos x="11" y="40"/>
              </a:cxn>
              <a:cxn ang="0">
                <a:pos x="5" y="44"/>
              </a:cxn>
              <a:cxn ang="0">
                <a:pos x="5" y="54"/>
              </a:cxn>
              <a:cxn ang="0">
                <a:pos x="1" y="60"/>
              </a:cxn>
              <a:cxn ang="0">
                <a:pos x="0" y="59"/>
              </a:cxn>
              <a:cxn ang="0">
                <a:pos x="23" y="73"/>
              </a:cxn>
              <a:cxn ang="0">
                <a:pos x="68" y="93"/>
              </a:cxn>
              <a:cxn ang="0">
                <a:pos x="103" y="107"/>
              </a:cxn>
              <a:cxn ang="0">
                <a:pos x="105" y="109"/>
              </a:cxn>
              <a:cxn ang="0">
                <a:pos x="115" y="86"/>
              </a:cxn>
              <a:cxn ang="0">
                <a:pos x="113" y="80"/>
              </a:cxn>
            </a:cxnLst>
            <a:rect l="0" t="0" r="r" b="b"/>
            <a:pathLst>
              <a:path w="124" h="109">
                <a:moveTo>
                  <a:pt x="113" y="80"/>
                </a:moveTo>
                <a:cubicBezTo>
                  <a:pt x="119" y="78"/>
                  <a:pt x="119" y="78"/>
                  <a:pt x="119" y="78"/>
                </a:cubicBezTo>
                <a:cubicBezTo>
                  <a:pt x="124" y="65"/>
                  <a:pt x="124" y="65"/>
                  <a:pt x="124" y="65"/>
                </a:cubicBezTo>
                <a:cubicBezTo>
                  <a:pt x="121" y="63"/>
                  <a:pt x="97" y="55"/>
                  <a:pt x="97" y="55"/>
                </a:cubicBezTo>
                <a:cubicBezTo>
                  <a:pt x="101" y="43"/>
                  <a:pt x="101" y="5"/>
                  <a:pt x="101" y="5"/>
                </a:cubicBezTo>
                <a:cubicBezTo>
                  <a:pt x="97" y="0"/>
                  <a:pt x="97" y="0"/>
                  <a:pt x="97" y="0"/>
                </a:cubicBezTo>
                <a:cubicBezTo>
                  <a:pt x="71" y="3"/>
                  <a:pt x="71" y="3"/>
                  <a:pt x="71" y="3"/>
                </a:cubicBezTo>
                <a:cubicBezTo>
                  <a:pt x="71" y="3"/>
                  <a:pt x="27" y="9"/>
                  <a:pt x="10" y="10"/>
                </a:cubicBezTo>
                <a:cubicBezTo>
                  <a:pt x="9" y="10"/>
                  <a:pt x="7" y="10"/>
                  <a:pt x="6" y="10"/>
                </a:cubicBezTo>
                <a:cubicBezTo>
                  <a:pt x="6" y="10"/>
                  <a:pt x="7" y="10"/>
                  <a:pt x="7" y="10"/>
                </a:cubicBezTo>
                <a:cubicBezTo>
                  <a:pt x="9" y="18"/>
                  <a:pt x="9" y="18"/>
                  <a:pt x="9" y="18"/>
                </a:cubicBezTo>
                <a:cubicBezTo>
                  <a:pt x="9" y="18"/>
                  <a:pt x="5" y="29"/>
                  <a:pt x="3" y="28"/>
                </a:cubicBezTo>
                <a:cubicBezTo>
                  <a:pt x="1" y="28"/>
                  <a:pt x="7" y="30"/>
                  <a:pt x="10" y="33"/>
                </a:cubicBezTo>
                <a:cubicBezTo>
                  <a:pt x="11" y="40"/>
                  <a:pt x="11" y="40"/>
                  <a:pt x="11" y="40"/>
                </a:cubicBezTo>
                <a:cubicBezTo>
                  <a:pt x="9" y="43"/>
                  <a:pt x="5" y="44"/>
                  <a:pt x="5" y="44"/>
                </a:cubicBezTo>
                <a:cubicBezTo>
                  <a:pt x="5" y="44"/>
                  <a:pt x="7" y="51"/>
                  <a:pt x="5" y="54"/>
                </a:cubicBezTo>
                <a:cubicBezTo>
                  <a:pt x="3" y="55"/>
                  <a:pt x="2" y="58"/>
                  <a:pt x="1" y="60"/>
                </a:cubicBezTo>
                <a:cubicBezTo>
                  <a:pt x="0" y="60"/>
                  <a:pt x="0" y="59"/>
                  <a:pt x="0" y="59"/>
                </a:cubicBezTo>
                <a:cubicBezTo>
                  <a:pt x="0" y="59"/>
                  <a:pt x="9" y="68"/>
                  <a:pt x="23" y="73"/>
                </a:cubicBezTo>
                <a:cubicBezTo>
                  <a:pt x="37" y="79"/>
                  <a:pt x="61" y="90"/>
                  <a:pt x="68" y="93"/>
                </a:cubicBezTo>
                <a:cubicBezTo>
                  <a:pt x="75" y="97"/>
                  <a:pt x="103" y="107"/>
                  <a:pt x="103" y="107"/>
                </a:cubicBezTo>
                <a:cubicBezTo>
                  <a:pt x="103" y="107"/>
                  <a:pt x="104" y="108"/>
                  <a:pt x="105" y="109"/>
                </a:cubicBezTo>
                <a:cubicBezTo>
                  <a:pt x="109" y="99"/>
                  <a:pt x="115" y="86"/>
                  <a:pt x="115" y="86"/>
                </a:cubicBezTo>
                <a:lnTo>
                  <a:pt x="113" y="80"/>
                </a:lnTo>
                <a:close/>
              </a:path>
            </a:pathLst>
          </a:custGeom>
          <a:solidFill>
            <a:srgbClr val="A9D538">
              <a:lumMod val="75000"/>
            </a:srgbClr>
          </a:solidFill>
          <a:ln w="9525" cap="flat">
            <a:solidFill>
              <a:srgbClr val="84B22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88" name="Freeform 28">
            <a:extLst>
              <a:ext uri="{FF2B5EF4-FFF2-40B4-BE49-F238E27FC236}">
                <a16:creationId xmlns:a16="http://schemas.microsoft.com/office/drawing/2014/main" id="{5098EE03-CA50-4A8B-4093-6859D27746A3}"/>
              </a:ext>
            </a:extLst>
          </p:cNvPr>
          <p:cNvSpPr>
            <a:spLocks/>
          </p:cNvSpPr>
          <p:nvPr/>
        </p:nvSpPr>
        <p:spPr bwMode="auto">
          <a:xfrm>
            <a:off x="2222380" y="3638984"/>
            <a:ext cx="88101" cy="88101"/>
          </a:xfrm>
          <a:custGeom>
            <a:avLst/>
            <a:gdLst/>
            <a:ahLst/>
            <a:cxnLst>
              <a:cxn ang="0">
                <a:pos x="0" y="54"/>
              </a:cxn>
              <a:cxn ang="0">
                <a:pos x="19" y="53"/>
              </a:cxn>
              <a:cxn ang="0">
                <a:pos x="28" y="62"/>
              </a:cxn>
              <a:cxn ang="0">
                <a:pos x="34" y="66"/>
              </a:cxn>
              <a:cxn ang="0">
                <a:pos x="50" y="46"/>
              </a:cxn>
              <a:cxn ang="0">
                <a:pos x="62" y="18"/>
              </a:cxn>
              <a:cxn ang="0">
                <a:pos x="52" y="1"/>
              </a:cxn>
              <a:cxn ang="0">
                <a:pos x="34" y="3"/>
              </a:cxn>
              <a:cxn ang="0">
                <a:pos x="25" y="0"/>
              </a:cxn>
              <a:cxn ang="0">
                <a:pos x="9" y="22"/>
              </a:cxn>
              <a:cxn ang="0">
                <a:pos x="6" y="34"/>
              </a:cxn>
              <a:cxn ang="0">
                <a:pos x="0" y="54"/>
              </a:cxn>
            </a:cxnLst>
            <a:rect l="0" t="0" r="r" b="b"/>
            <a:pathLst>
              <a:path w="66" h="66">
                <a:moveTo>
                  <a:pt x="0" y="54"/>
                </a:moveTo>
                <a:cubicBezTo>
                  <a:pt x="0" y="54"/>
                  <a:pt x="15" y="53"/>
                  <a:pt x="19" y="53"/>
                </a:cubicBezTo>
                <a:cubicBezTo>
                  <a:pt x="22" y="52"/>
                  <a:pt x="27" y="60"/>
                  <a:pt x="28" y="62"/>
                </a:cubicBezTo>
                <a:cubicBezTo>
                  <a:pt x="30" y="63"/>
                  <a:pt x="34" y="66"/>
                  <a:pt x="34" y="66"/>
                </a:cubicBezTo>
                <a:cubicBezTo>
                  <a:pt x="34" y="66"/>
                  <a:pt x="45" y="51"/>
                  <a:pt x="50" y="46"/>
                </a:cubicBezTo>
                <a:cubicBezTo>
                  <a:pt x="54" y="42"/>
                  <a:pt x="66" y="32"/>
                  <a:pt x="62" y="18"/>
                </a:cubicBezTo>
                <a:cubicBezTo>
                  <a:pt x="59" y="5"/>
                  <a:pt x="58" y="1"/>
                  <a:pt x="52" y="1"/>
                </a:cubicBezTo>
                <a:cubicBezTo>
                  <a:pt x="46" y="1"/>
                  <a:pt x="39" y="3"/>
                  <a:pt x="34" y="3"/>
                </a:cubicBezTo>
                <a:cubicBezTo>
                  <a:pt x="29" y="2"/>
                  <a:pt x="25" y="0"/>
                  <a:pt x="25" y="0"/>
                </a:cubicBezTo>
                <a:cubicBezTo>
                  <a:pt x="25" y="0"/>
                  <a:pt x="10" y="16"/>
                  <a:pt x="9" y="22"/>
                </a:cubicBezTo>
                <a:cubicBezTo>
                  <a:pt x="7" y="27"/>
                  <a:pt x="6" y="34"/>
                  <a:pt x="6" y="34"/>
                </a:cubicBezTo>
                <a:cubicBezTo>
                  <a:pt x="6" y="34"/>
                  <a:pt x="1" y="50"/>
                  <a:pt x="0" y="54"/>
                </a:cubicBezTo>
                <a:close/>
              </a:path>
            </a:pathLst>
          </a:custGeom>
          <a:solidFill>
            <a:srgbClr val="A9D538">
              <a:lumMod val="75000"/>
            </a:srgbClr>
          </a:solidFill>
          <a:ln w="9525" cap="flat">
            <a:solidFill>
              <a:srgbClr val="84B22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89" name="Freeform 30">
            <a:extLst>
              <a:ext uri="{FF2B5EF4-FFF2-40B4-BE49-F238E27FC236}">
                <a16:creationId xmlns:a16="http://schemas.microsoft.com/office/drawing/2014/main" id="{43BFD653-88FC-A44B-D298-10339D1CBCE0}"/>
              </a:ext>
            </a:extLst>
          </p:cNvPr>
          <p:cNvSpPr>
            <a:spLocks/>
          </p:cNvSpPr>
          <p:nvPr/>
        </p:nvSpPr>
        <p:spPr bwMode="auto">
          <a:xfrm>
            <a:off x="2146865" y="3707634"/>
            <a:ext cx="121282" cy="85813"/>
          </a:xfrm>
          <a:custGeom>
            <a:avLst/>
            <a:gdLst/>
            <a:ahLst/>
            <a:cxnLst>
              <a:cxn ang="0">
                <a:pos x="85" y="10"/>
              </a:cxn>
              <a:cxn ang="0">
                <a:pos x="76" y="1"/>
              </a:cxn>
              <a:cxn ang="0">
                <a:pos x="57" y="2"/>
              </a:cxn>
              <a:cxn ang="0">
                <a:pos x="3" y="11"/>
              </a:cxn>
              <a:cxn ang="0">
                <a:pos x="0" y="39"/>
              </a:cxn>
              <a:cxn ang="0">
                <a:pos x="27" y="49"/>
              </a:cxn>
              <a:cxn ang="0">
                <a:pos x="24" y="56"/>
              </a:cxn>
              <a:cxn ang="0">
                <a:pos x="52" y="64"/>
              </a:cxn>
              <a:cxn ang="0">
                <a:pos x="91" y="14"/>
              </a:cxn>
              <a:cxn ang="0">
                <a:pos x="85" y="10"/>
              </a:cxn>
            </a:cxnLst>
            <a:rect l="0" t="0" r="r" b="b"/>
            <a:pathLst>
              <a:path w="91" h="64">
                <a:moveTo>
                  <a:pt x="85" y="10"/>
                </a:moveTo>
                <a:cubicBezTo>
                  <a:pt x="84" y="8"/>
                  <a:pt x="79" y="0"/>
                  <a:pt x="76" y="1"/>
                </a:cubicBezTo>
                <a:cubicBezTo>
                  <a:pt x="72" y="1"/>
                  <a:pt x="57" y="2"/>
                  <a:pt x="57" y="2"/>
                </a:cubicBezTo>
                <a:cubicBezTo>
                  <a:pt x="3" y="11"/>
                  <a:pt x="3" y="11"/>
                  <a:pt x="3" y="11"/>
                </a:cubicBezTo>
                <a:cubicBezTo>
                  <a:pt x="3" y="22"/>
                  <a:pt x="2" y="34"/>
                  <a:pt x="0" y="39"/>
                </a:cubicBezTo>
                <a:cubicBezTo>
                  <a:pt x="0" y="39"/>
                  <a:pt x="24" y="47"/>
                  <a:pt x="27" y="49"/>
                </a:cubicBezTo>
                <a:cubicBezTo>
                  <a:pt x="24" y="56"/>
                  <a:pt x="24" y="56"/>
                  <a:pt x="24" y="56"/>
                </a:cubicBezTo>
                <a:cubicBezTo>
                  <a:pt x="52" y="64"/>
                  <a:pt x="52" y="64"/>
                  <a:pt x="52" y="64"/>
                </a:cubicBezTo>
                <a:cubicBezTo>
                  <a:pt x="91" y="14"/>
                  <a:pt x="91" y="14"/>
                  <a:pt x="91" y="14"/>
                </a:cubicBezTo>
                <a:cubicBezTo>
                  <a:pt x="91" y="14"/>
                  <a:pt x="87" y="11"/>
                  <a:pt x="85" y="10"/>
                </a:cubicBezTo>
                <a:close/>
              </a:path>
            </a:pathLst>
          </a:custGeom>
          <a:solidFill>
            <a:srgbClr val="A9D538">
              <a:lumMod val="75000"/>
            </a:srgbClr>
          </a:solidFill>
          <a:ln w="9525" cap="flat">
            <a:solidFill>
              <a:srgbClr val="84B22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90" name="Freeform 35">
            <a:extLst>
              <a:ext uri="{FF2B5EF4-FFF2-40B4-BE49-F238E27FC236}">
                <a16:creationId xmlns:a16="http://schemas.microsoft.com/office/drawing/2014/main" id="{475C4E7E-4C57-8AD5-8242-5799EC38AAC3}"/>
              </a:ext>
            </a:extLst>
          </p:cNvPr>
          <p:cNvSpPr>
            <a:spLocks/>
          </p:cNvSpPr>
          <p:nvPr/>
        </p:nvSpPr>
        <p:spPr bwMode="auto">
          <a:xfrm>
            <a:off x="2426041" y="3511982"/>
            <a:ext cx="290618" cy="177346"/>
          </a:xfrm>
          <a:custGeom>
            <a:avLst/>
            <a:gdLst/>
            <a:ahLst/>
            <a:cxnLst>
              <a:cxn ang="0">
                <a:pos x="200" y="2"/>
              </a:cxn>
              <a:cxn ang="0">
                <a:pos x="174" y="6"/>
              </a:cxn>
              <a:cxn ang="0">
                <a:pos x="139" y="20"/>
              </a:cxn>
              <a:cxn ang="0">
                <a:pos x="88" y="16"/>
              </a:cxn>
              <a:cxn ang="0">
                <a:pos x="40" y="22"/>
              </a:cxn>
              <a:cxn ang="0">
                <a:pos x="7" y="32"/>
              </a:cxn>
              <a:cxn ang="0">
                <a:pos x="1" y="40"/>
              </a:cxn>
              <a:cxn ang="0">
                <a:pos x="18" y="62"/>
              </a:cxn>
              <a:cxn ang="0">
                <a:pos x="25" y="83"/>
              </a:cxn>
              <a:cxn ang="0">
                <a:pos x="16" y="94"/>
              </a:cxn>
              <a:cxn ang="0">
                <a:pos x="11" y="85"/>
              </a:cxn>
              <a:cxn ang="0">
                <a:pos x="12" y="75"/>
              </a:cxn>
              <a:cxn ang="0">
                <a:pos x="7" y="75"/>
              </a:cxn>
              <a:cxn ang="0">
                <a:pos x="2" y="96"/>
              </a:cxn>
              <a:cxn ang="0">
                <a:pos x="8" y="114"/>
              </a:cxn>
              <a:cxn ang="0">
                <a:pos x="20" y="126"/>
              </a:cxn>
              <a:cxn ang="0">
                <a:pos x="35" y="128"/>
              </a:cxn>
              <a:cxn ang="0">
                <a:pos x="44" y="128"/>
              </a:cxn>
              <a:cxn ang="0">
                <a:pos x="52" y="120"/>
              </a:cxn>
              <a:cxn ang="0">
                <a:pos x="74" y="123"/>
              </a:cxn>
              <a:cxn ang="0">
                <a:pos x="94" y="132"/>
              </a:cxn>
              <a:cxn ang="0">
                <a:pos x="120" y="119"/>
              </a:cxn>
              <a:cxn ang="0">
                <a:pos x="110" y="105"/>
              </a:cxn>
              <a:cxn ang="0">
                <a:pos x="82" y="118"/>
              </a:cxn>
              <a:cxn ang="0">
                <a:pos x="64" y="90"/>
              </a:cxn>
              <a:cxn ang="0">
                <a:pos x="74" y="78"/>
              </a:cxn>
              <a:cxn ang="0">
                <a:pos x="77" y="65"/>
              </a:cxn>
              <a:cxn ang="0">
                <a:pos x="92" y="66"/>
              </a:cxn>
              <a:cxn ang="0">
                <a:pos x="107" y="69"/>
              </a:cxn>
              <a:cxn ang="0">
                <a:pos x="125" y="57"/>
              </a:cxn>
              <a:cxn ang="0">
                <a:pos x="144" y="40"/>
              </a:cxn>
              <a:cxn ang="0">
                <a:pos x="167" y="31"/>
              </a:cxn>
              <a:cxn ang="0">
                <a:pos x="177" y="18"/>
              </a:cxn>
              <a:cxn ang="0">
                <a:pos x="188" y="12"/>
              </a:cxn>
              <a:cxn ang="0">
                <a:pos x="205" y="8"/>
              </a:cxn>
              <a:cxn ang="0">
                <a:pos x="218" y="4"/>
              </a:cxn>
              <a:cxn ang="0">
                <a:pos x="200" y="2"/>
              </a:cxn>
            </a:cxnLst>
            <a:rect l="0" t="0" r="r" b="b"/>
            <a:pathLst>
              <a:path w="218" h="133">
                <a:moveTo>
                  <a:pt x="200" y="2"/>
                </a:moveTo>
                <a:cubicBezTo>
                  <a:pt x="196" y="0"/>
                  <a:pt x="184" y="6"/>
                  <a:pt x="174" y="6"/>
                </a:cubicBezTo>
                <a:cubicBezTo>
                  <a:pt x="166" y="10"/>
                  <a:pt x="144" y="18"/>
                  <a:pt x="139" y="20"/>
                </a:cubicBezTo>
                <a:cubicBezTo>
                  <a:pt x="132" y="23"/>
                  <a:pt x="93" y="16"/>
                  <a:pt x="88" y="16"/>
                </a:cubicBezTo>
                <a:cubicBezTo>
                  <a:pt x="84" y="17"/>
                  <a:pt x="57" y="17"/>
                  <a:pt x="40" y="22"/>
                </a:cubicBezTo>
                <a:cubicBezTo>
                  <a:pt x="24" y="28"/>
                  <a:pt x="10" y="28"/>
                  <a:pt x="7" y="32"/>
                </a:cubicBezTo>
                <a:cubicBezTo>
                  <a:pt x="6" y="33"/>
                  <a:pt x="3" y="36"/>
                  <a:pt x="1" y="40"/>
                </a:cubicBezTo>
                <a:cubicBezTo>
                  <a:pt x="9" y="44"/>
                  <a:pt x="17" y="59"/>
                  <a:pt x="18" y="62"/>
                </a:cubicBezTo>
                <a:cubicBezTo>
                  <a:pt x="20" y="65"/>
                  <a:pt x="25" y="79"/>
                  <a:pt x="25" y="83"/>
                </a:cubicBezTo>
                <a:cubicBezTo>
                  <a:pt x="25" y="87"/>
                  <a:pt x="22" y="94"/>
                  <a:pt x="16" y="94"/>
                </a:cubicBezTo>
                <a:cubicBezTo>
                  <a:pt x="11" y="94"/>
                  <a:pt x="11" y="86"/>
                  <a:pt x="11" y="85"/>
                </a:cubicBezTo>
                <a:cubicBezTo>
                  <a:pt x="11" y="83"/>
                  <a:pt x="12" y="75"/>
                  <a:pt x="12" y="75"/>
                </a:cubicBezTo>
                <a:cubicBezTo>
                  <a:pt x="7" y="75"/>
                  <a:pt x="7" y="75"/>
                  <a:pt x="7" y="75"/>
                </a:cubicBezTo>
                <a:cubicBezTo>
                  <a:pt x="7" y="75"/>
                  <a:pt x="3" y="88"/>
                  <a:pt x="2" y="96"/>
                </a:cubicBezTo>
                <a:cubicBezTo>
                  <a:pt x="0" y="105"/>
                  <a:pt x="4" y="114"/>
                  <a:pt x="8" y="114"/>
                </a:cubicBezTo>
                <a:cubicBezTo>
                  <a:pt x="13" y="115"/>
                  <a:pt x="20" y="126"/>
                  <a:pt x="20" y="126"/>
                </a:cubicBezTo>
                <a:cubicBezTo>
                  <a:pt x="29" y="125"/>
                  <a:pt x="32" y="129"/>
                  <a:pt x="35" y="128"/>
                </a:cubicBezTo>
                <a:cubicBezTo>
                  <a:pt x="38" y="126"/>
                  <a:pt x="44" y="128"/>
                  <a:pt x="44" y="128"/>
                </a:cubicBezTo>
                <a:cubicBezTo>
                  <a:pt x="44" y="128"/>
                  <a:pt x="47" y="127"/>
                  <a:pt x="52" y="120"/>
                </a:cubicBezTo>
                <a:cubicBezTo>
                  <a:pt x="56" y="112"/>
                  <a:pt x="67" y="122"/>
                  <a:pt x="74" y="123"/>
                </a:cubicBezTo>
                <a:cubicBezTo>
                  <a:pt x="81" y="123"/>
                  <a:pt x="90" y="133"/>
                  <a:pt x="94" y="132"/>
                </a:cubicBezTo>
                <a:cubicBezTo>
                  <a:pt x="97" y="131"/>
                  <a:pt x="120" y="119"/>
                  <a:pt x="120" y="119"/>
                </a:cubicBezTo>
                <a:cubicBezTo>
                  <a:pt x="110" y="105"/>
                  <a:pt x="110" y="105"/>
                  <a:pt x="110" y="105"/>
                </a:cubicBezTo>
                <a:cubicBezTo>
                  <a:pt x="82" y="118"/>
                  <a:pt x="82" y="118"/>
                  <a:pt x="82" y="118"/>
                </a:cubicBezTo>
                <a:cubicBezTo>
                  <a:pt x="72" y="110"/>
                  <a:pt x="64" y="97"/>
                  <a:pt x="64" y="90"/>
                </a:cubicBezTo>
                <a:cubicBezTo>
                  <a:pt x="64" y="83"/>
                  <a:pt x="67" y="81"/>
                  <a:pt x="74" y="78"/>
                </a:cubicBezTo>
                <a:cubicBezTo>
                  <a:pt x="81" y="75"/>
                  <a:pt x="77" y="70"/>
                  <a:pt x="77" y="65"/>
                </a:cubicBezTo>
                <a:cubicBezTo>
                  <a:pt x="76" y="61"/>
                  <a:pt x="86" y="66"/>
                  <a:pt x="92" y="66"/>
                </a:cubicBezTo>
                <a:cubicBezTo>
                  <a:pt x="98" y="66"/>
                  <a:pt x="101" y="69"/>
                  <a:pt x="107" y="69"/>
                </a:cubicBezTo>
                <a:cubicBezTo>
                  <a:pt x="113" y="69"/>
                  <a:pt x="120" y="60"/>
                  <a:pt x="125" y="57"/>
                </a:cubicBezTo>
                <a:cubicBezTo>
                  <a:pt x="129" y="54"/>
                  <a:pt x="138" y="47"/>
                  <a:pt x="144" y="40"/>
                </a:cubicBezTo>
                <a:cubicBezTo>
                  <a:pt x="149" y="34"/>
                  <a:pt x="163" y="33"/>
                  <a:pt x="167" y="31"/>
                </a:cubicBezTo>
                <a:cubicBezTo>
                  <a:pt x="172" y="29"/>
                  <a:pt x="176" y="20"/>
                  <a:pt x="177" y="18"/>
                </a:cubicBezTo>
                <a:cubicBezTo>
                  <a:pt x="178" y="16"/>
                  <a:pt x="181" y="11"/>
                  <a:pt x="188" y="12"/>
                </a:cubicBezTo>
                <a:cubicBezTo>
                  <a:pt x="194" y="13"/>
                  <a:pt x="201" y="8"/>
                  <a:pt x="205" y="8"/>
                </a:cubicBezTo>
                <a:cubicBezTo>
                  <a:pt x="206" y="8"/>
                  <a:pt x="212" y="6"/>
                  <a:pt x="218" y="4"/>
                </a:cubicBezTo>
                <a:cubicBezTo>
                  <a:pt x="216" y="4"/>
                  <a:pt x="205" y="4"/>
                  <a:pt x="200" y="2"/>
                </a:cubicBezTo>
                <a:close/>
              </a:path>
            </a:pathLst>
          </a:custGeom>
          <a:solidFill>
            <a:srgbClr val="A9D538"/>
          </a:solidFill>
          <a:ln w="9525" cap="flat">
            <a:solidFill>
              <a:srgbClr val="A9D538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91" name="Freeform 36">
            <a:extLst>
              <a:ext uri="{FF2B5EF4-FFF2-40B4-BE49-F238E27FC236}">
                <a16:creationId xmlns:a16="http://schemas.microsoft.com/office/drawing/2014/main" id="{C8961B3E-186B-F23C-E8F2-EFE6AACA6056}"/>
              </a:ext>
            </a:extLst>
          </p:cNvPr>
          <p:cNvSpPr>
            <a:spLocks/>
          </p:cNvSpPr>
          <p:nvPr/>
        </p:nvSpPr>
        <p:spPr bwMode="auto">
          <a:xfrm>
            <a:off x="2511854" y="3544018"/>
            <a:ext cx="217391" cy="127002"/>
          </a:xfrm>
          <a:custGeom>
            <a:avLst/>
            <a:gdLst/>
            <a:ahLst/>
            <a:cxnLst>
              <a:cxn ang="0">
                <a:pos x="147" y="1"/>
              </a:cxn>
              <a:cxn ang="0">
                <a:pos x="113" y="6"/>
              </a:cxn>
              <a:cxn ang="0">
                <a:pos x="106" y="5"/>
              </a:cxn>
              <a:cxn ang="0">
                <a:pos x="103" y="7"/>
              </a:cxn>
              <a:cxn ang="0">
                <a:pos x="80" y="16"/>
              </a:cxn>
              <a:cxn ang="0">
                <a:pos x="61" y="33"/>
              </a:cxn>
              <a:cxn ang="0">
                <a:pos x="43" y="45"/>
              </a:cxn>
              <a:cxn ang="0">
                <a:pos x="28" y="42"/>
              </a:cxn>
              <a:cxn ang="0">
                <a:pos x="13" y="41"/>
              </a:cxn>
              <a:cxn ang="0">
                <a:pos x="10" y="54"/>
              </a:cxn>
              <a:cxn ang="0">
                <a:pos x="0" y="66"/>
              </a:cxn>
              <a:cxn ang="0">
                <a:pos x="18" y="94"/>
              </a:cxn>
              <a:cxn ang="0">
                <a:pos x="46" y="81"/>
              </a:cxn>
              <a:cxn ang="0">
                <a:pos x="56" y="95"/>
              </a:cxn>
              <a:cxn ang="0">
                <a:pos x="164" y="49"/>
              </a:cxn>
              <a:cxn ang="0">
                <a:pos x="147" y="1"/>
              </a:cxn>
            </a:cxnLst>
            <a:rect l="0" t="0" r="r" b="b"/>
            <a:pathLst>
              <a:path w="164" h="95">
                <a:moveTo>
                  <a:pt x="147" y="1"/>
                </a:moveTo>
                <a:cubicBezTo>
                  <a:pt x="138" y="0"/>
                  <a:pt x="121" y="5"/>
                  <a:pt x="113" y="6"/>
                </a:cubicBezTo>
                <a:cubicBezTo>
                  <a:pt x="110" y="6"/>
                  <a:pt x="107" y="5"/>
                  <a:pt x="106" y="5"/>
                </a:cubicBezTo>
                <a:cubicBezTo>
                  <a:pt x="105" y="5"/>
                  <a:pt x="104" y="6"/>
                  <a:pt x="103" y="7"/>
                </a:cubicBezTo>
                <a:cubicBezTo>
                  <a:pt x="99" y="9"/>
                  <a:pt x="85" y="10"/>
                  <a:pt x="80" y="16"/>
                </a:cubicBezTo>
                <a:cubicBezTo>
                  <a:pt x="74" y="23"/>
                  <a:pt x="65" y="30"/>
                  <a:pt x="61" y="33"/>
                </a:cubicBezTo>
                <a:cubicBezTo>
                  <a:pt x="56" y="36"/>
                  <a:pt x="49" y="45"/>
                  <a:pt x="43" y="45"/>
                </a:cubicBezTo>
                <a:cubicBezTo>
                  <a:pt x="37" y="45"/>
                  <a:pt x="34" y="42"/>
                  <a:pt x="28" y="42"/>
                </a:cubicBezTo>
                <a:cubicBezTo>
                  <a:pt x="22" y="42"/>
                  <a:pt x="12" y="37"/>
                  <a:pt x="13" y="41"/>
                </a:cubicBezTo>
                <a:cubicBezTo>
                  <a:pt x="13" y="46"/>
                  <a:pt x="17" y="51"/>
                  <a:pt x="10" y="54"/>
                </a:cubicBezTo>
                <a:cubicBezTo>
                  <a:pt x="3" y="57"/>
                  <a:pt x="0" y="59"/>
                  <a:pt x="0" y="66"/>
                </a:cubicBezTo>
                <a:cubicBezTo>
                  <a:pt x="0" y="73"/>
                  <a:pt x="8" y="86"/>
                  <a:pt x="18" y="94"/>
                </a:cubicBezTo>
                <a:cubicBezTo>
                  <a:pt x="46" y="81"/>
                  <a:pt x="46" y="81"/>
                  <a:pt x="46" y="81"/>
                </a:cubicBezTo>
                <a:cubicBezTo>
                  <a:pt x="56" y="95"/>
                  <a:pt x="56" y="95"/>
                  <a:pt x="56" y="95"/>
                </a:cubicBezTo>
                <a:cubicBezTo>
                  <a:pt x="164" y="49"/>
                  <a:pt x="164" y="49"/>
                  <a:pt x="164" y="49"/>
                </a:cubicBezTo>
                <a:lnTo>
                  <a:pt x="147" y="1"/>
                </a:lnTo>
                <a:close/>
              </a:path>
            </a:pathLst>
          </a:custGeom>
          <a:solidFill>
            <a:srgbClr val="A9D538"/>
          </a:solidFill>
          <a:ln w="9525" cap="flat">
            <a:solidFill>
              <a:srgbClr val="A9D538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92" name="Freeform 37">
            <a:extLst>
              <a:ext uri="{FF2B5EF4-FFF2-40B4-BE49-F238E27FC236}">
                <a16:creationId xmlns:a16="http://schemas.microsoft.com/office/drawing/2014/main" id="{8A780C92-2958-3692-AB93-184A9E92A565}"/>
              </a:ext>
            </a:extLst>
          </p:cNvPr>
          <p:cNvSpPr>
            <a:spLocks/>
          </p:cNvSpPr>
          <p:nvPr/>
        </p:nvSpPr>
        <p:spPr bwMode="auto">
          <a:xfrm>
            <a:off x="2483249" y="3388412"/>
            <a:ext cx="878717" cy="395881"/>
          </a:xfrm>
          <a:custGeom>
            <a:avLst/>
            <a:gdLst/>
            <a:ahLst/>
            <a:cxnLst>
              <a:cxn ang="0">
                <a:pos x="653" y="74"/>
              </a:cxn>
              <a:cxn ang="0">
                <a:pos x="649" y="46"/>
              </a:cxn>
              <a:cxn ang="0">
                <a:pos x="623" y="33"/>
              </a:cxn>
              <a:cxn ang="0">
                <a:pos x="603" y="35"/>
              </a:cxn>
              <a:cxn ang="0">
                <a:pos x="591" y="18"/>
              </a:cxn>
              <a:cxn ang="0">
                <a:pos x="559" y="31"/>
              </a:cxn>
              <a:cxn ang="0">
                <a:pos x="539" y="22"/>
              </a:cxn>
              <a:cxn ang="0">
                <a:pos x="521" y="15"/>
              </a:cxn>
              <a:cxn ang="0">
                <a:pos x="504" y="7"/>
              </a:cxn>
              <a:cxn ang="0">
                <a:pos x="498" y="0"/>
              </a:cxn>
              <a:cxn ang="0">
                <a:pos x="499" y="0"/>
              </a:cxn>
              <a:cxn ang="0">
                <a:pos x="498" y="1"/>
              </a:cxn>
              <a:cxn ang="0">
                <a:pos x="487" y="6"/>
              </a:cxn>
              <a:cxn ang="0">
                <a:pos x="486" y="19"/>
              </a:cxn>
              <a:cxn ang="0">
                <a:pos x="476" y="30"/>
              </a:cxn>
              <a:cxn ang="0">
                <a:pos x="448" y="42"/>
              </a:cxn>
              <a:cxn ang="0">
                <a:pos x="424" y="48"/>
              </a:cxn>
              <a:cxn ang="0">
                <a:pos x="399" y="48"/>
              </a:cxn>
              <a:cxn ang="0">
                <a:pos x="366" y="57"/>
              </a:cxn>
              <a:cxn ang="0">
                <a:pos x="349" y="58"/>
              </a:cxn>
              <a:cxn ang="0">
                <a:pos x="273" y="91"/>
              </a:cxn>
              <a:cxn ang="0">
                <a:pos x="227" y="99"/>
              </a:cxn>
              <a:cxn ang="0">
                <a:pos x="175" y="97"/>
              </a:cxn>
              <a:cxn ang="0">
                <a:pos x="173" y="97"/>
              </a:cxn>
              <a:cxn ang="0">
                <a:pos x="175" y="97"/>
              </a:cxn>
              <a:cxn ang="0">
                <a:pos x="162" y="101"/>
              </a:cxn>
              <a:cxn ang="0">
                <a:pos x="145" y="105"/>
              </a:cxn>
              <a:cxn ang="0">
                <a:pos x="134" y="111"/>
              </a:cxn>
              <a:cxn ang="0">
                <a:pos x="127" y="122"/>
              </a:cxn>
              <a:cxn ang="0">
                <a:pos x="134" y="123"/>
              </a:cxn>
              <a:cxn ang="0">
                <a:pos x="168" y="118"/>
              </a:cxn>
              <a:cxn ang="0">
                <a:pos x="185" y="166"/>
              </a:cxn>
              <a:cxn ang="0">
                <a:pos x="77" y="212"/>
              </a:cxn>
              <a:cxn ang="0">
                <a:pos x="51" y="225"/>
              </a:cxn>
              <a:cxn ang="0">
                <a:pos x="31" y="216"/>
              </a:cxn>
              <a:cxn ang="0">
                <a:pos x="9" y="213"/>
              </a:cxn>
              <a:cxn ang="0">
                <a:pos x="1" y="221"/>
              </a:cxn>
              <a:cxn ang="0">
                <a:pos x="0" y="221"/>
              </a:cxn>
              <a:cxn ang="0">
                <a:pos x="5" y="231"/>
              </a:cxn>
              <a:cxn ang="0">
                <a:pos x="30" y="231"/>
              </a:cxn>
              <a:cxn ang="0">
                <a:pos x="26" y="240"/>
              </a:cxn>
              <a:cxn ang="0">
                <a:pos x="22" y="270"/>
              </a:cxn>
              <a:cxn ang="0">
                <a:pos x="42" y="293"/>
              </a:cxn>
              <a:cxn ang="0">
                <a:pos x="58" y="288"/>
              </a:cxn>
              <a:cxn ang="0">
                <a:pos x="74" y="260"/>
              </a:cxn>
              <a:cxn ang="0">
                <a:pos x="82" y="240"/>
              </a:cxn>
              <a:cxn ang="0">
                <a:pos x="158" y="210"/>
              </a:cxn>
              <a:cxn ang="0">
                <a:pos x="166" y="210"/>
              </a:cxn>
              <a:cxn ang="0">
                <a:pos x="181" y="232"/>
              </a:cxn>
              <a:cxn ang="0">
                <a:pos x="194" y="232"/>
              </a:cxn>
              <a:cxn ang="0">
                <a:pos x="214" y="240"/>
              </a:cxn>
              <a:cxn ang="0">
                <a:pos x="219" y="236"/>
              </a:cxn>
              <a:cxn ang="0">
                <a:pos x="234" y="233"/>
              </a:cxn>
              <a:cxn ang="0">
                <a:pos x="252" y="217"/>
              </a:cxn>
              <a:cxn ang="0">
                <a:pos x="280" y="215"/>
              </a:cxn>
              <a:cxn ang="0">
                <a:pos x="302" y="216"/>
              </a:cxn>
              <a:cxn ang="0">
                <a:pos x="320" y="214"/>
              </a:cxn>
              <a:cxn ang="0">
                <a:pos x="333" y="214"/>
              </a:cxn>
              <a:cxn ang="0">
                <a:pos x="445" y="146"/>
              </a:cxn>
              <a:cxn ang="0">
                <a:pos x="566" y="156"/>
              </a:cxn>
              <a:cxn ang="0">
                <a:pos x="660" y="97"/>
              </a:cxn>
              <a:cxn ang="0">
                <a:pos x="653" y="74"/>
              </a:cxn>
            </a:cxnLst>
            <a:rect l="0" t="0" r="r" b="b"/>
            <a:pathLst>
              <a:path w="660" h="297">
                <a:moveTo>
                  <a:pt x="653" y="74"/>
                </a:moveTo>
                <a:cubicBezTo>
                  <a:pt x="651" y="65"/>
                  <a:pt x="655" y="53"/>
                  <a:pt x="649" y="46"/>
                </a:cubicBezTo>
                <a:cubicBezTo>
                  <a:pt x="643" y="39"/>
                  <a:pt x="629" y="34"/>
                  <a:pt x="623" y="33"/>
                </a:cubicBezTo>
                <a:cubicBezTo>
                  <a:pt x="616" y="31"/>
                  <a:pt x="606" y="35"/>
                  <a:pt x="603" y="35"/>
                </a:cubicBezTo>
                <a:cubicBezTo>
                  <a:pt x="599" y="36"/>
                  <a:pt x="601" y="18"/>
                  <a:pt x="591" y="18"/>
                </a:cubicBezTo>
                <a:cubicBezTo>
                  <a:pt x="581" y="18"/>
                  <a:pt x="573" y="35"/>
                  <a:pt x="559" y="31"/>
                </a:cubicBezTo>
                <a:cubicBezTo>
                  <a:pt x="546" y="27"/>
                  <a:pt x="541" y="24"/>
                  <a:pt x="539" y="22"/>
                </a:cubicBezTo>
                <a:cubicBezTo>
                  <a:pt x="538" y="20"/>
                  <a:pt x="527" y="15"/>
                  <a:pt x="521" y="15"/>
                </a:cubicBezTo>
                <a:cubicBezTo>
                  <a:pt x="515" y="15"/>
                  <a:pt x="509" y="10"/>
                  <a:pt x="504" y="7"/>
                </a:cubicBezTo>
                <a:cubicBezTo>
                  <a:pt x="502" y="6"/>
                  <a:pt x="500" y="3"/>
                  <a:pt x="498" y="0"/>
                </a:cubicBezTo>
                <a:cubicBezTo>
                  <a:pt x="499" y="0"/>
                  <a:pt x="499" y="0"/>
                  <a:pt x="499" y="0"/>
                </a:cubicBezTo>
                <a:cubicBezTo>
                  <a:pt x="498" y="0"/>
                  <a:pt x="498" y="1"/>
                  <a:pt x="498" y="1"/>
                </a:cubicBezTo>
                <a:cubicBezTo>
                  <a:pt x="498" y="1"/>
                  <a:pt x="490" y="3"/>
                  <a:pt x="487" y="6"/>
                </a:cubicBezTo>
                <a:cubicBezTo>
                  <a:pt x="484" y="9"/>
                  <a:pt x="486" y="19"/>
                  <a:pt x="486" y="19"/>
                </a:cubicBezTo>
                <a:cubicBezTo>
                  <a:pt x="486" y="19"/>
                  <a:pt x="483" y="25"/>
                  <a:pt x="476" y="30"/>
                </a:cubicBezTo>
                <a:cubicBezTo>
                  <a:pt x="469" y="35"/>
                  <a:pt x="458" y="39"/>
                  <a:pt x="448" y="42"/>
                </a:cubicBezTo>
                <a:cubicBezTo>
                  <a:pt x="438" y="45"/>
                  <a:pt x="424" y="48"/>
                  <a:pt x="424" y="48"/>
                </a:cubicBezTo>
                <a:cubicBezTo>
                  <a:pt x="424" y="48"/>
                  <a:pt x="424" y="48"/>
                  <a:pt x="399" y="48"/>
                </a:cubicBezTo>
                <a:cubicBezTo>
                  <a:pt x="374" y="48"/>
                  <a:pt x="366" y="57"/>
                  <a:pt x="366" y="57"/>
                </a:cubicBezTo>
                <a:cubicBezTo>
                  <a:pt x="366" y="57"/>
                  <a:pt x="360" y="57"/>
                  <a:pt x="349" y="58"/>
                </a:cubicBezTo>
                <a:cubicBezTo>
                  <a:pt x="338" y="59"/>
                  <a:pt x="285" y="91"/>
                  <a:pt x="273" y="91"/>
                </a:cubicBezTo>
                <a:cubicBezTo>
                  <a:pt x="261" y="91"/>
                  <a:pt x="246" y="96"/>
                  <a:pt x="227" y="99"/>
                </a:cubicBezTo>
                <a:cubicBezTo>
                  <a:pt x="208" y="102"/>
                  <a:pt x="186" y="97"/>
                  <a:pt x="175" y="97"/>
                </a:cubicBezTo>
                <a:cubicBezTo>
                  <a:pt x="175" y="97"/>
                  <a:pt x="174" y="97"/>
                  <a:pt x="173" y="97"/>
                </a:cubicBezTo>
                <a:cubicBezTo>
                  <a:pt x="174" y="97"/>
                  <a:pt x="175" y="97"/>
                  <a:pt x="175" y="97"/>
                </a:cubicBezTo>
                <a:cubicBezTo>
                  <a:pt x="169" y="99"/>
                  <a:pt x="163" y="101"/>
                  <a:pt x="162" y="101"/>
                </a:cubicBezTo>
                <a:cubicBezTo>
                  <a:pt x="158" y="101"/>
                  <a:pt x="151" y="106"/>
                  <a:pt x="145" y="105"/>
                </a:cubicBezTo>
                <a:cubicBezTo>
                  <a:pt x="138" y="104"/>
                  <a:pt x="135" y="109"/>
                  <a:pt x="134" y="111"/>
                </a:cubicBezTo>
                <a:cubicBezTo>
                  <a:pt x="133" y="113"/>
                  <a:pt x="130" y="118"/>
                  <a:pt x="127" y="122"/>
                </a:cubicBezTo>
                <a:cubicBezTo>
                  <a:pt x="128" y="122"/>
                  <a:pt x="131" y="123"/>
                  <a:pt x="134" y="123"/>
                </a:cubicBezTo>
                <a:cubicBezTo>
                  <a:pt x="142" y="122"/>
                  <a:pt x="159" y="117"/>
                  <a:pt x="168" y="118"/>
                </a:cubicBezTo>
                <a:cubicBezTo>
                  <a:pt x="185" y="166"/>
                  <a:pt x="185" y="166"/>
                  <a:pt x="185" y="166"/>
                </a:cubicBezTo>
                <a:cubicBezTo>
                  <a:pt x="77" y="212"/>
                  <a:pt x="77" y="212"/>
                  <a:pt x="77" y="212"/>
                </a:cubicBezTo>
                <a:cubicBezTo>
                  <a:pt x="77" y="212"/>
                  <a:pt x="54" y="224"/>
                  <a:pt x="51" y="225"/>
                </a:cubicBezTo>
                <a:cubicBezTo>
                  <a:pt x="47" y="226"/>
                  <a:pt x="38" y="216"/>
                  <a:pt x="31" y="216"/>
                </a:cubicBezTo>
                <a:cubicBezTo>
                  <a:pt x="24" y="215"/>
                  <a:pt x="13" y="205"/>
                  <a:pt x="9" y="213"/>
                </a:cubicBezTo>
                <a:cubicBezTo>
                  <a:pt x="4" y="220"/>
                  <a:pt x="1" y="221"/>
                  <a:pt x="1" y="221"/>
                </a:cubicBezTo>
                <a:cubicBezTo>
                  <a:pt x="1" y="221"/>
                  <a:pt x="0" y="221"/>
                  <a:pt x="0" y="221"/>
                </a:cubicBezTo>
                <a:cubicBezTo>
                  <a:pt x="0" y="225"/>
                  <a:pt x="2" y="231"/>
                  <a:pt x="5" y="231"/>
                </a:cubicBezTo>
                <a:cubicBezTo>
                  <a:pt x="11" y="231"/>
                  <a:pt x="30" y="231"/>
                  <a:pt x="30" y="231"/>
                </a:cubicBezTo>
                <a:cubicBezTo>
                  <a:pt x="30" y="231"/>
                  <a:pt x="30" y="234"/>
                  <a:pt x="26" y="240"/>
                </a:cubicBezTo>
                <a:cubicBezTo>
                  <a:pt x="23" y="245"/>
                  <a:pt x="19" y="265"/>
                  <a:pt x="22" y="270"/>
                </a:cubicBezTo>
                <a:cubicBezTo>
                  <a:pt x="25" y="274"/>
                  <a:pt x="39" y="289"/>
                  <a:pt x="42" y="293"/>
                </a:cubicBezTo>
                <a:cubicBezTo>
                  <a:pt x="45" y="297"/>
                  <a:pt x="52" y="296"/>
                  <a:pt x="58" y="288"/>
                </a:cubicBezTo>
                <a:cubicBezTo>
                  <a:pt x="64" y="280"/>
                  <a:pt x="72" y="267"/>
                  <a:pt x="74" y="260"/>
                </a:cubicBezTo>
                <a:cubicBezTo>
                  <a:pt x="76" y="253"/>
                  <a:pt x="79" y="241"/>
                  <a:pt x="82" y="240"/>
                </a:cubicBezTo>
                <a:cubicBezTo>
                  <a:pt x="86" y="238"/>
                  <a:pt x="154" y="210"/>
                  <a:pt x="158" y="210"/>
                </a:cubicBezTo>
                <a:cubicBezTo>
                  <a:pt x="161" y="210"/>
                  <a:pt x="166" y="210"/>
                  <a:pt x="166" y="210"/>
                </a:cubicBezTo>
                <a:cubicBezTo>
                  <a:pt x="166" y="210"/>
                  <a:pt x="174" y="233"/>
                  <a:pt x="181" y="232"/>
                </a:cubicBezTo>
                <a:cubicBezTo>
                  <a:pt x="187" y="230"/>
                  <a:pt x="189" y="228"/>
                  <a:pt x="194" y="232"/>
                </a:cubicBezTo>
                <a:cubicBezTo>
                  <a:pt x="198" y="235"/>
                  <a:pt x="210" y="243"/>
                  <a:pt x="214" y="240"/>
                </a:cubicBezTo>
                <a:cubicBezTo>
                  <a:pt x="219" y="236"/>
                  <a:pt x="219" y="236"/>
                  <a:pt x="219" y="236"/>
                </a:cubicBezTo>
                <a:cubicBezTo>
                  <a:pt x="219" y="236"/>
                  <a:pt x="229" y="236"/>
                  <a:pt x="234" y="233"/>
                </a:cubicBezTo>
                <a:cubicBezTo>
                  <a:pt x="239" y="230"/>
                  <a:pt x="243" y="218"/>
                  <a:pt x="252" y="217"/>
                </a:cubicBezTo>
                <a:cubicBezTo>
                  <a:pt x="261" y="216"/>
                  <a:pt x="275" y="216"/>
                  <a:pt x="280" y="215"/>
                </a:cubicBezTo>
                <a:cubicBezTo>
                  <a:pt x="285" y="213"/>
                  <a:pt x="294" y="217"/>
                  <a:pt x="302" y="216"/>
                </a:cubicBezTo>
                <a:cubicBezTo>
                  <a:pt x="311" y="214"/>
                  <a:pt x="317" y="217"/>
                  <a:pt x="320" y="214"/>
                </a:cubicBezTo>
                <a:cubicBezTo>
                  <a:pt x="323" y="212"/>
                  <a:pt x="333" y="214"/>
                  <a:pt x="333" y="214"/>
                </a:cubicBezTo>
                <a:cubicBezTo>
                  <a:pt x="445" y="146"/>
                  <a:pt x="445" y="146"/>
                  <a:pt x="445" y="146"/>
                </a:cubicBezTo>
                <a:cubicBezTo>
                  <a:pt x="445" y="146"/>
                  <a:pt x="561" y="157"/>
                  <a:pt x="566" y="156"/>
                </a:cubicBezTo>
                <a:cubicBezTo>
                  <a:pt x="571" y="156"/>
                  <a:pt x="660" y="97"/>
                  <a:pt x="660" y="97"/>
                </a:cubicBezTo>
                <a:cubicBezTo>
                  <a:pt x="660" y="97"/>
                  <a:pt x="655" y="83"/>
                  <a:pt x="653" y="74"/>
                </a:cubicBezTo>
                <a:close/>
              </a:path>
            </a:pathLst>
          </a:custGeom>
          <a:solidFill>
            <a:srgbClr val="A9D538"/>
          </a:solidFill>
          <a:ln w="9525" cap="flat">
            <a:solidFill>
              <a:srgbClr val="A9D538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93" name="Freeform 38">
            <a:extLst>
              <a:ext uri="{FF2B5EF4-FFF2-40B4-BE49-F238E27FC236}">
                <a16:creationId xmlns:a16="http://schemas.microsoft.com/office/drawing/2014/main" id="{3993E9BB-88ED-6E31-3DB3-11039497BF55}"/>
              </a:ext>
            </a:extLst>
          </p:cNvPr>
          <p:cNvSpPr>
            <a:spLocks/>
          </p:cNvSpPr>
          <p:nvPr/>
        </p:nvSpPr>
        <p:spPr bwMode="auto">
          <a:xfrm>
            <a:off x="2329932" y="3669876"/>
            <a:ext cx="159039" cy="143021"/>
          </a:xfrm>
          <a:custGeom>
            <a:avLst/>
            <a:gdLst/>
            <a:ahLst/>
            <a:cxnLst>
              <a:cxn ang="0">
                <a:pos x="92" y="51"/>
              </a:cxn>
              <a:cxn ang="0">
                <a:pos x="119" y="33"/>
              </a:cxn>
              <a:cxn ang="0">
                <a:pos x="106" y="18"/>
              </a:cxn>
              <a:cxn ang="0">
                <a:pos x="99" y="18"/>
              </a:cxn>
              <a:cxn ang="0">
                <a:pos x="92" y="8"/>
              </a:cxn>
              <a:cxn ang="0">
                <a:pos x="77" y="12"/>
              </a:cxn>
              <a:cxn ang="0">
                <a:pos x="62" y="11"/>
              </a:cxn>
              <a:cxn ang="0">
                <a:pos x="60" y="5"/>
              </a:cxn>
              <a:cxn ang="0">
                <a:pos x="51" y="1"/>
              </a:cxn>
              <a:cxn ang="0">
                <a:pos x="0" y="8"/>
              </a:cxn>
              <a:cxn ang="0">
                <a:pos x="3" y="17"/>
              </a:cxn>
              <a:cxn ang="0">
                <a:pos x="11" y="42"/>
              </a:cxn>
              <a:cxn ang="0">
                <a:pos x="23" y="68"/>
              </a:cxn>
              <a:cxn ang="0">
                <a:pos x="39" y="108"/>
              </a:cxn>
              <a:cxn ang="0">
                <a:pos x="65" y="103"/>
              </a:cxn>
              <a:cxn ang="0">
                <a:pos x="79" y="100"/>
              </a:cxn>
              <a:cxn ang="0">
                <a:pos x="81" y="89"/>
              </a:cxn>
              <a:cxn ang="0">
                <a:pos x="91" y="85"/>
              </a:cxn>
              <a:cxn ang="0">
                <a:pos x="93" y="77"/>
              </a:cxn>
              <a:cxn ang="0">
                <a:pos x="79" y="69"/>
              </a:cxn>
              <a:cxn ang="0">
                <a:pos x="92" y="51"/>
              </a:cxn>
            </a:cxnLst>
            <a:rect l="0" t="0" r="r" b="b"/>
            <a:pathLst>
              <a:path w="119" h="108">
                <a:moveTo>
                  <a:pt x="92" y="51"/>
                </a:moveTo>
                <a:cubicBezTo>
                  <a:pt x="102" y="46"/>
                  <a:pt x="119" y="33"/>
                  <a:pt x="119" y="33"/>
                </a:cubicBezTo>
                <a:cubicBezTo>
                  <a:pt x="106" y="18"/>
                  <a:pt x="106" y="18"/>
                  <a:pt x="106" y="18"/>
                </a:cubicBezTo>
                <a:cubicBezTo>
                  <a:pt x="99" y="18"/>
                  <a:pt x="99" y="18"/>
                  <a:pt x="99" y="18"/>
                </a:cubicBezTo>
                <a:cubicBezTo>
                  <a:pt x="92" y="8"/>
                  <a:pt x="92" y="8"/>
                  <a:pt x="92" y="8"/>
                </a:cubicBezTo>
                <a:cubicBezTo>
                  <a:pt x="92" y="8"/>
                  <a:pt x="80" y="11"/>
                  <a:pt x="77" y="12"/>
                </a:cubicBezTo>
                <a:cubicBezTo>
                  <a:pt x="73" y="12"/>
                  <a:pt x="62" y="11"/>
                  <a:pt x="62" y="11"/>
                </a:cubicBezTo>
                <a:cubicBezTo>
                  <a:pt x="62" y="11"/>
                  <a:pt x="60" y="8"/>
                  <a:pt x="60" y="5"/>
                </a:cubicBezTo>
                <a:cubicBezTo>
                  <a:pt x="59" y="1"/>
                  <a:pt x="56" y="1"/>
                  <a:pt x="51" y="1"/>
                </a:cubicBezTo>
                <a:cubicBezTo>
                  <a:pt x="45" y="0"/>
                  <a:pt x="0" y="8"/>
                  <a:pt x="0" y="8"/>
                </a:cubicBezTo>
                <a:cubicBezTo>
                  <a:pt x="0" y="8"/>
                  <a:pt x="0" y="13"/>
                  <a:pt x="3" y="17"/>
                </a:cubicBezTo>
                <a:cubicBezTo>
                  <a:pt x="6" y="22"/>
                  <a:pt x="11" y="42"/>
                  <a:pt x="11" y="42"/>
                </a:cubicBezTo>
                <a:cubicBezTo>
                  <a:pt x="23" y="68"/>
                  <a:pt x="23" y="68"/>
                  <a:pt x="23" y="68"/>
                </a:cubicBezTo>
                <a:cubicBezTo>
                  <a:pt x="39" y="108"/>
                  <a:pt x="39" y="108"/>
                  <a:pt x="39" y="108"/>
                </a:cubicBezTo>
                <a:cubicBezTo>
                  <a:pt x="39" y="108"/>
                  <a:pt x="54" y="105"/>
                  <a:pt x="65" y="103"/>
                </a:cubicBezTo>
                <a:cubicBezTo>
                  <a:pt x="73" y="101"/>
                  <a:pt x="78" y="100"/>
                  <a:pt x="79" y="100"/>
                </a:cubicBezTo>
                <a:cubicBezTo>
                  <a:pt x="80" y="96"/>
                  <a:pt x="80" y="91"/>
                  <a:pt x="81" y="89"/>
                </a:cubicBezTo>
                <a:cubicBezTo>
                  <a:pt x="82" y="85"/>
                  <a:pt x="91" y="85"/>
                  <a:pt x="91" y="85"/>
                </a:cubicBezTo>
                <a:cubicBezTo>
                  <a:pt x="93" y="77"/>
                  <a:pt x="93" y="77"/>
                  <a:pt x="93" y="77"/>
                </a:cubicBezTo>
                <a:cubicBezTo>
                  <a:pt x="93" y="77"/>
                  <a:pt x="85" y="74"/>
                  <a:pt x="79" y="69"/>
                </a:cubicBezTo>
                <a:cubicBezTo>
                  <a:pt x="73" y="63"/>
                  <a:pt x="83" y="56"/>
                  <a:pt x="92" y="51"/>
                </a:cubicBezTo>
                <a:close/>
              </a:path>
            </a:pathLst>
          </a:custGeom>
          <a:solidFill>
            <a:srgbClr val="A9D538">
              <a:lumMod val="75000"/>
            </a:srgbClr>
          </a:solidFill>
          <a:ln w="9525" cap="flat">
            <a:solidFill>
              <a:srgbClr val="84B22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94" name="Freeform 40">
            <a:extLst>
              <a:ext uri="{FF2B5EF4-FFF2-40B4-BE49-F238E27FC236}">
                <a16:creationId xmlns:a16="http://schemas.microsoft.com/office/drawing/2014/main" id="{00B85FDB-1A58-CF30-0589-A56B349A6F88}"/>
              </a:ext>
            </a:extLst>
          </p:cNvPr>
          <p:cNvSpPr>
            <a:spLocks/>
          </p:cNvSpPr>
          <p:nvPr/>
        </p:nvSpPr>
        <p:spPr bwMode="auto">
          <a:xfrm>
            <a:off x="2418032" y="3765986"/>
            <a:ext cx="145309" cy="135011"/>
          </a:xfrm>
          <a:custGeom>
            <a:avLst/>
            <a:gdLst/>
            <a:ahLst/>
            <a:cxnLst>
              <a:cxn ang="0">
                <a:pos x="102" y="42"/>
              </a:cxn>
              <a:cxn ang="0">
                <a:pos x="101" y="9"/>
              </a:cxn>
              <a:cxn ang="0">
                <a:pos x="91" y="9"/>
              </a:cxn>
              <a:cxn ang="0">
                <a:pos x="84" y="0"/>
              </a:cxn>
              <a:cxn ang="0">
                <a:pos x="84" y="1"/>
              </a:cxn>
              <a:cxn ang="0">
                <a:pos x="69" y="6"/>
              </a:cxn>
              <a:cxn ang="0">
                <a:pos x="51" y="12"/>
              </a:cxn>
              <a:cxn ang="0">
                <a:pos x="34" y="12"/>
              </a:cxn>
              <a:cxn ang="0">
                <a:pos x="25" y="12"/>
              </a:cxn>
              <a:cxn ang="0">
                <a:pos x="15" y="16"/>
              </a:cxn>
              <a:cxn ang="0">
                <a:pos x="13" y="27"/>
              </a:cxn>
              <a:cxn ang="0">
                <a:pos x="0" y="30"/>
              </a:cxn>
              <a:cxn ang="0">
                <a:pos x="0" y="30"/>
              </a:cxn>
              <a:cxn ang="0">
                <a:pos x="14" y="27"/>
              </a:cxn>
              <a:cxn ang="0">
                <a:pos x="20" y="29"/>
              </a:cxn>
              <a:cxn ang="0">
                <a:pos x="4" y="59"/>
              </a:cxn>
              <a:cxn ang="0">
                <a:pos x="10" y="84"/>
              </a:cxn>
              <a:cxn ang="0">
                <a:pos x="10" y="84"/>
              </a:cxn>
              <a:cxn ang="0">
                <a:pos x="15" y="101"/>
              </a:cxn>
              <a:cxn ang="0">
                <a:pos x="109" y="91"/>
              </a:cxn>
              <a:cxn ang="0">
                <a:pos x="102" y="42"/>
              </a:cxn>
            </a:cxnLst>
            <a:rect l="0" t="0" r="r" b="b"/>
            <a:pathLst>
              <a:path w="109" h="101">
                <a:moveTo>
                  <a:pt x="102" y="42"/>
                </a:moveTo>
                <a:cubicBezTo>
                  <a:pt x="101" y="33"/>
                  <a:pt x="101" y="19"/>
                  <a:pt x="101" y="9"/>
                </a:cubicBezTo>
                <a:cubicBezTo>
                  <a:pt x="96" y="12"/>
                  <a:pt x="93" y="11"/>
                  <a:pt x="91" y="9"/>
                </a:cubicBezTo>
                <a:cubicBezTo>
                  <a:pt x="89" y="7"/>
                  <a:pt x="87" y="4"/>
                  <a:pt x="84" y="0"/>
                </a:cubicBezTo>
                <a:cubicBezTo>
                  <a:pt x="84" y="1"/>
                  <a:pt x="84" y="1"/>
                  <a:pt x="84" y="1"/>
                </a:cubicBezTo>
                <a:cubicBezTo>
                  <a:pt x="80" y="5"/>
                  <a:pt x="72" y="7"/>
                  <a:pt x="69" y="6"/>
                </a:cubicBezTo>
                <a:cubicBezTo>
                  <a:pt x="66" y="5"/>
                  <a:pt x="62" y="5"/>
                  <a:pt x="51" y="12"/>
                </a:cubicBezTo>
                <a:cubicBezTo>
                  <a:pt x="40" y="18"/>
                  <a:pt x="35" y="11"/>
                  <a:pt x="34" y="12"/>
                </a:cubicBezTo>
                <a:cubicBezTo>
                  <a:pt x="32" y="13"/>
                  <a:pt x="25" y="12"/>
                  <a:pt x="25" y="12"/>
                </a:cubicBezTo>
                <a:cubicBezTo>
                  <a:pt x="25" y="12"/>
                  <a:pt x="16" y="12"/>
                  <a:pt x="15" y="16"/>
                </a:cubicBezTo>
                <a:cubicBezTo>
                  <a:pt x="14" y="18"/>
                  <a:pt x="14" y="23"/>
                  <a:pt x="13" y="27"/>
                </a:cubicBezTo>
                <a:cubicBezTo>
                  <a:pt x="12" y="27"/>
                  <a:pt x="8" y="28"/>
                  <a:pt x="0" y="30"/>
                </a:cubicBezTo>
                <a:cubicBezTo>
                  <a:pt x="0" y="30"/>
                  <a:pt x="0" y="30"/>
                  <a:pt x="0" y="30"/>
                </a:cubicBezTo>
                <a:cubicBezTo>
                  <a:pt x="9" y="28"/>
                  <a:pt x="14" y="27"/>
                  <a:pt x="14" y="27"/>
                </a:cubicBezTo>
                <a:cubicBezTo>
                  <a:pt x="14" y="27"/>
                  <a:pt x="21" y="24"/>
                  <a:pt x="20" y="29"/>
                </a:cubicBezTo>
                <a:cubicBezTo>
                  <a:pt x="19" y="33"/>
                  <a:pt x="4" y="56"/>
                  <a:pt x="4" y="59"/>
                </a:cubicBezTo>
                <a:cubicBezTo>
                  <a:pt x="4" y="62"/>
                  <a:pt x="10" y="84"/>
                  <a:pt x="10" y="84"/>
                </a:cubicBezTo>
                <a:cubicBezTo>
                  <a:pt x="10" y="84"/>
                  <a:pt x="10" y="84"/>
                  <a:pt x="10" y="84"/>
                </a:cubicBezTo>
                <a:cubicBezTo>
                  <a:pt x="15" y="101"/>
                  <a:pt x="15" y="101"/>
                  <a:pt x="15" y="101"/>
                </a:cubicBezTo>
                <a:cubicBezTo>
                  <a:pt x="35" y="98"/>
                  <a:pt x="109" y="91"/>
                  <a:pt x="109" y="91"/>
                </a:cubicBezTo>
                <a:cubicBezTo>
                  <a:pt x="109" y="91"/>
                  <a:pt x="104" y="55"/>
                  <a:pt x="102" y="42"/>
                </a:cubicBezTo>
                <a:close/>
              </a:path>
            </a:pathLst>
          </a:custGeom>
          <a:solidFill>
            <a:srgbClr val="A9D538">
              <a:lumMod val="75000"/>
            </a:srgbClr>
          </a:solidFill>
          <a:ln w="9525" cap="flat">
            <a:solidFill>
              <a:srgbClr val="84B22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95" name="Freeform 41">
            <a:extLst>
              <a:ext uri="{FF2B5EF4-FFF2-40B4-BE49-F238E27FC236}">
                <a16:creationId xmlns:a16="http://schemas.microsoft.com/office/drawing/2014/main" id="{91079F27-2838-C2A0-2B92-520A47B4481E}"/>
              </a:ext>
            </a:extLst>
          </p:cNvPr>
          <p:cNvSpPr>
            <a:spLocks/>
          </p:cNvSpPr>
          <p:nvPr/>
        </p:nvSpPr>
        <p:spPr bwMode="auto">
          <a:xfrm>
            <a:off x="2361968" y="3858664"/>
            <a:ext cx="137300" cy="98398"/>
          </a:xfrm>
          <a:custGeom>
            <a:avLst/>
            <a:gdLst/>
            <a:ahLst/>
            <a:cxnLst>
              <a:cxn ang="0">
                <a:pos x="57" y="32"/>
              </a:cxn>
              <a:cxn ang="0">
                <a:pos x="52" y="15"/>
              </a:cxn>
              <a:cxn ang="0">
                <a:pos x="40" y="18"/>
              </a:cxn>
              <a:cxn ang="0">
                <a:pos x="28" y="1"/>
              </a:cxn>
              <a:cxn ang="0">
                <a:pos x="8" y="2"/>
              </a:cxn>
              <a:cxn ang="0">
                <a:pos x="2" y="3"/>
              </a:cxn>
              <a:cxn ang="0">
                <a:pos x="0" y="3"/>
              </a:cxn>
              <a:cxn ang="0">
                <a:pos x="0" y="11"/>
              </a:cxn>
              <a:cxn ang="0">
                <a:pos x="4" y="22"/>
              </a:cxn>
              <a:cxn ang="0">
                <a:pos x="5" y="53"/>
              </a:cxn>
              <a:cxn ang="0">
                <a:pos x="19" y="58"/>
              </a:cxn>
              <a:cxn ang="0">
                <a:pos x="41" y="52"/>
              </a:cxn>
              <a:cxn ang="0">
                <a:pos x="59" y="46"/>
              </a:cxn>
              <a:cxn ang="0">
                <a:pos x="78" y="74"/>
              </a:cxn>
              <a:cxn ang="0">
                <a:pos x="103" y="26"/>
              </a:cxn>
              <a:cxn ang="0">
                <a:pos x="57" y="32"/>
              </a:cxn>
            </a:cxnLst>
            <a:rect l="0" t="0" r="r" b="b"/>
            <a:pathLst>
              <a:path w="103" h="74">
                <a:moveTo>
                  <a:pt x="57" y="32"/>
                </a:moveTo>
                <a:cubicBezTo>
                  <a:pt x="52" y="15"/>
                  <a:pt x="52" y="15"/>
                  <a:pt x="52" y="15"/>
                </a:cubicBezTo>
                <a:cubicBezTo>
                  <a:pt x="40" y="18"/>
                  <a:pt x="40" y="18"/>
                  <a:pt x="40" y="18"/>
                </a:cubicBezTo>
                <a:cubicBezTo>
                  <a:pt x="40" y="18"/>
                  <a:pt x="35" y="2"/>
                  <a:pt x="28" y="1"/>
                </a:cubicBezTo>
                <a:cubicBezTo>
                  <a:pt x="21" y="0"/>
                  <a:pt x="14" y="1"/>
                  <a:pt x="8" y="2"/>
                </a:cubicBezTo>
                <a:cubicBezTo>
                  <a:pt x="2" y="3"/>
                  <a:pt x="2" y="3"/>
                  <a:pt x="2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11"/>
                  <a:pt x="0" y="11"/>
                  <a:pt x="0" y="11"/>
                </a:cubicBezTo>
                <a:cubicBezTo>
                  <a:pt x="4" y="22"/>
                  <a:pt x="4" y="22"/>
                  <a:pt x="4" y="22"/>
                </a:cubicBezTo>
                <a:cubicBezTo>
                  <a:pt x="5" y="53"/>
                  <a:pt x="5" y="53"/>
                  <a:pt x="5" y="53"/>
                </a:cubicBezTo>
                <a:cubicBezTo>
                  <a:pt x="5" y="53"/>
                  <a:pt x="11" y="56"/>
                  <a:pt x="19" y="58"/>
                </a:cubicBezTo>
                <a:cubicBezTo>
                  <a:pt x="27" y="59"/>
                  <a:pt x="36" y="58"/>
                  <a:pt x="41" y="52"/>
                </a:cubicBezTo>
                <a:cubicBezTo>
                  <a:pt x="46" y="46"/>
                  <a:pt x="56" y="46"/>
                  <a:pt x="59" y="46"/>
                </a:cubicBezTo>
                <a:cubicBezTo>
                  <a:pt x="62" y="47"/>
                  <a:pt x="78" y="74"/>
                  <a:pt x="78" y="74"/>
                </a:cubicBezTo>
                <a:cubicBezTo>
                  <a:pt x="86" y="64"/>
                  <a:pt x="98" y="39"/>
                  <a:pt x="103" y="26"/>
                </a:cubicBezTo>
                <a:cubicBezTo>
                  <a:pt x="85" y="28"/>
                  <a:pt x="66" y="30"/>
                  <a:pt x="57" y="32"/>
                </a:cubicBezTo>
                <a:close/>
              </a:path>
            </a:pathLst>
          </a:custGeom>
          <a:solidFill>
            <a:srgbClr val="A9D538">
              <a:lumMod val="75000"/>
            </a:srgbClr>
          </a:solidFill>
          <a:ln w="9525" cap="flat">
            <a:solidFill>
              <a:srgbClr val="84B22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96" name="Freeform 42">
            <a:extLst>
              <a:ext uri="{FF2B5EF4-FFF2-40B4-BE49-F238E27FC236}">
                <a16:creationId xmlns:a16="http://schemas.microsoft.com/office/drawing/2014/main" id="{9A6A2E07-CC21-6CC7-7EAC-54D04588744C}"/>
              </a:ext>
            </a:extLst>
          </p:cNvPr>
          <p:cNvSpPr>
            <a:spLocks/>
          </p:cNvSpPr>
          <p:nvPr/>
        </p:nvSpPr>
        <p:spPr bwMode="auto">
          <a:xfrm>
            <a:off x="2226956" y="3862096"/>
            <a:ext cx="245995" cy="164759"/>
          </a:xfrm>
          <a:custGeom>
            <a:avLst/>
            <a:gdLst/>
            <a:ahLst/>
            <a:cxnLst>
              <a:cxn ang="0">
                <a:pos x="118" y="100"/>
              </a:cxn>
              <a:cxn ang="0">
                <a:pos x="127" y="90"/>
              </a:cxn>
              <a:cxn ang="0">
                <a:pos x="132" y="89"/>
              </a:cxn>
              <a:cxn ang="0">
                <a:pos x="134" y="84"/>
              </a:cxn>
              <a:cxn ang="0">
                <a:pos x="143" y="77"/>
              </a:cxn>
              <a:cxn ang="0">
                <a:pos x="151" y="81"/>
              </a:cxn>
              <a:cxn ang="0">
                <a:pos x="156" y="77"/>
              </a:cxn>
              <a:cxn ang="0">
                <a:pos x="181" y="80"/>
              </a:cxn>
              <a:cxn ang="0">
                <a:pos x="185" y="79"/>
              </a:cxn>
              <a:cxn ang="0">
                <a:pos x="177" y="66"/>
              </a:cxn>
              <a:cxn ang="0">
                <a:pos x="177" y="66"/>
              </a:cxn>
              <a:cxn ang="0">
                <a:pos x="161" y="43"/>
              </a:cxn>
              <a:cxn ang="0">
                <a:pos x="143" y="49"/>
              </a:cxn>
              <a:cxn ang="0">
                <a:pos x="121" y="55"/>
              </a:cxn>
              <a:cxn ang="0">
                <a:pos x="107" y="50"/>
              </a:cxn>
              <a:cxn ang="0">
                <a:pos x="106" y="19"/>
              </a:cxn>
              <a:cxn ang="0">
                <a:pos x="102" y="8"/>
              </a:cxn>
              <a:cxn ang="0">
                <a:pos x="102" y="0"/>
              </a:cxn>
              <a:cxn ang="0">
                <a:pos x="104" y="0"/>
              </a:cxn>
              <a:cxn ang="0">
                <a:pos x="93" y="1"/>
              </a:cxn>
              <a:cxn ang="0">
                <a:pos x="83" y="10"/>
              </a:cxn>
              <a:cxn ang="0">
                <a:pos x="73" y="21"/>
              </a:cxn>
              <a:cxn ang="0">
                <a:pos x="59" y="22"/>
              </a:cxn>
              <a:cxn ang="0">
                <a:pos x="48" y="24"/>
              </a:cxn>
              <a:cxn ang="0">
                <a:pos x="38" y="20"/>
              </a:cxn>
              <a:cxn ang="0">
                <a:pos x="23" y="15"/>
              </a:cxn>
              <a:cxn ang="0">
                <a:pos x="17" y="13"/>
              </a:cxn>
              <a:cxn ang="0">
                <a:pos x="6" y="1"/>
              </a:cxn>
              <a:cxn ang="0">
                <a:pos x="0" y="13"/>
              </a:cxn>
              <a:cxn ang="0">
                <a:pos x="5" y="17"/>
              </a:cxn>
              <a:cxn ang="0">
                <a:pos x="27" y="32"/>
              </a:cxn>
              <a:cxn ang="0">
                <a:pos x="30" y="39"/>
              </a:cxn>
              <a:cxn ang="0">
                <a:pos x="45" y="49"/>
              </a:cxn>
              <a:cxn ang="0">
                <a:pos x="51" y="64"/>
              </a:cxn>
              <a:cxn ang="0">
                <a:pos x="67" y="73"/>
              </a:cxn>
              <a:cxn ang="0">
                <a:pos x="84" y="90"/>
              </a:cxn>
              <a:cxn ang="0">
                <a:pos x="98" y="105"/>
              </a:cxn>
              <a:cxn ang="0">
                <a:pos x="96" y="119"/>
              </a:cxn>
              <a:cxn ang="0">
                <a:pos x="100" y="124"/>
              </a:cxn>
              <a:cxn ang="0">
                <a:pos x="108" y="107"/>
              </a:cxn>
              <a:cxn ang="0">
                <a:pos x="118" y="100"/>
              </a:cxn>
            </a:cxnLst>
            <a:rect l="0" t="0" r="r" b="b"/>
            <a:pathLst>
              <a:path w="185" h="124">
                <a:moveTo>
                  <a:pt x="118" y="100"/>
                </a:moveTo>
                <a:cubicBezTo>
                  <a:pt x="123" y="96"/>
                  <a:pt x="127" y="90"/>
                  <a:pt x="127" y="90"/>
                </a:cubicBezTo>
                <a:cubicBezTo>
                  <a:pt x="132" y="89"/>
                  <a:pt x="132" y="89"/>
                  <a:pt x="132" y="89"/>
                </a:cubicBezTo>
                <a:cubicBezTo>
                  <a:pt x="134" y="84"/>
                  <a:pt x="134" y="84"/>
                  <a:pt x="134" y="84"/>
                </a:cubicBezTo>
                <a:cubicBezTo>
                  <a:pt x="143" y="77"/>
                  <a:pt x="143" y="77"/>
                  <a:pt x="143" y="77"/>
                </a:cubicBezTo>
                <a:cubicBezTo>
                  <a:pt x="143" y="77"/>
                  <a:pt x="149" y="83"/>
                  <a:pt x="151" y="81"/>
                </a:cubicBezTo>
                <a:cubicBezTo>
                  <a:pt x="153" y="79"/>
                  <a:pt x="156" y="77"/>
                  <a:pt x="156" y="77"/>
                </a:cubicBezTo>
                <a:cubicBezTo>
                  <a:pt x="181" y="80"/>
                  <a:pt x="181" y="80"/>
                  <a:pt x="181" y="80"/>
                </a:cubicBezTo>
                <a:cubicBezTo>
                  <a:pt x="185" y="79"/>
                  <a:pt x="185" y="79"/>
                  <a:pt x="185" y="79"/>
                </a:cubicBezTo>
                <a:cubicBezTo>
                  <a:pt x="177" y="66"/>
                  <a:pt x="177" y="66"/>
                  <a:pt x="177" y="66"/>
                </a:cubicBezTo>
                <a:cubicBezTo>
                  <a:pt x="177" y="66"/>
                  <a:pt x="177" y="66"/>
                  <a:pt x="177" y="66"/>
                </a:cubicBezTo>
                <a:cubicBezTo>
                  <a:pt x="172" y="58"/>
                  <a:pt x="163" y="43"/>
                  <a:pt x="161" y="43"/>
                </a:cubicBezTo>
                <a:cubicBezTo>
                  <a:pt x="158" y="43"/>
                  <a:pt x="148" y="43"/>
                  <a:pt x="143" y="49"/>
                </a:cubicBezTo>
                <a:cubicBezTo>
                  <a:pt x="138" y="55"/>
                  <a:pt x="129" y="56"/>
                  <a:pt x="121" y="55"/>
                </a:cubicBezTo>
                <a:cubicBezTo>
                  <a:pt x="113" y="53"/>
                  <a:pt x="107" y="50"/>
                  <a:pt x="107" y="50"/>
                </a:cubicBezTo>
                <a:cubicBezTo>
                  <a:pt x="106" y="19"/>
                  <a:pt x="106" y="19"/>
                  <a:pt x="106" y="19"/>
                </a:cubicBezTo>
                <a:cubicBezTo>
                  <a:pt x="102" y="8"/>
                  <a:pt x="102" y="8"/>
                  <a:pt x="102" y="8"/>
                </a:cubicBezTo>
                <a:cubicBezTo>
                  <a:pt x="102" y="0"/>
                  <a:pt x="102" y="0"/>
                  <a:pt x="102" y="0"/>
                </a:cubicBezTo>
                <a:cubicBezTo>
                  <a:pt x="104" y="0"/>
                  <a:pt x="104" y="0"/>
                  <a:pt x="104" y="0"/>
                </a:cubicBezTo>
                <a:cubicBezTo>
                  <a:pt x="93" y="1"/>
                  <a:pt x="93" y="1"/>
                  <a:pt x="93" y="1"/>
                </a:cubicBezTo>
                <a:cubicBezTo>
                  <a:pt x="93" y="1"/>
                  <a:pt x="87" y="5"/>
                  <a:pt x="83" y="10"/>
                </a:cubicBezTo>
                <a:cubicBezTo>
                  <a:pt x="79" y="14"/>
                  <a:pt x="78" y="21"/>
                  <a:pt x="73" y="21"/>
                </a:cubicBezTo>
                <a:cubicBezTo>
                  <a:pt x="68" y="20"/>
                  <a:pt x="61" y="20"/>
                  <a:pt x="59" y="22"/>
                </a:cubicBezTo>
                <a:cubicBezTo>
                  <a:pt x="57" y="23"/>
                  <a:pt x="52" y="21"/>
                  <a:pt x="48" y="24"/>
                </a:cubicBezTo>
                <a:cubicBezTo>
                  <a:pt x="44" y="26"/>
                  <a:pt x="38" y="20"/>
                  <a:pt x="38" y="20"/>
                </a:cubicBezTo>
                <a:cubicBezTo>
                  <a:pt x="38" y="20"/>
                  <a:pt x="25" y="13"/>
                  <a:pt x="23" y="15"/>
                </a:cubicBezTo>
                <a:cubicBezTo>
                  <a:pt x="23" y="15"/>
                  <a:pt x="19" y="15"/>
                  <a:pt x="17" y="13"/>
                </a:cubicBezTo>
                <a:cubicBezTo>
                  <a:pt x="15" y="11"/>
                  <a:pt x="10" y="5"/>
                  <a:pt x="6" y="1"/>
                </a:cubicBezTo>
                <a:cubicBezTo>
                  <a:pt x="0" y="13"/>
                  <a:pt x="0" y="13"/>
                  <a:pt x="0" y="13"/>
                </a:cubicBezTo>
                <a:cubicBezTo>
                  <a:pt x="2" y="14"/>
                  <a:pt x="3" y="15"/>
                  <a:pt x="5" y="17"/>
                </a:cubicBezTo>
                <a:cubicBezTo>
                  <a:pt x="12" y="25"/>
                  <a:pt x="27" y="32"/>
                  <a:pt x="27" y="32"/>
                </a:cubicBezTo>
                <a:cubicBezTo>
                  <a:pt x="27" y="32"/>
                  <a:pt x="27" y="32"/>
                  <a:pt x="30" y="39"/>
                </a:cubicBezTo>
                <a:cubicBezTo>
                  <a:pt x="32" y="45"/>
                  <a:pt x="45" y="49"/>
                  <a:pt x="45" y="49"/>
                </a:cubicBezTo>
                <a:cubicBezTo>
                  <a:pt x="45" y="49"/>
                  <a:pt x="45" y="60"/>
                  <a:pt x="51" y="64"/>
                </a:cubicBezTo>
                <a:cubicBezTo>
                  <a:pt x="57" y="68"/>
                  <a:pt x="65" y="69"/>
                  <a:pt x="67" y="73"/>
                </a:cubicBezTo>
                <a:cubicBezTo>
                  <a:pt x="69" y="76"/>
                  <a:pt x="78" y="87"/>
                  <a:pt x="84" y="90"/>
                </a:cubicBezTo>
                <a:cubicBezTo>
                  <a:pt x="90" y="93"/>
                  <a:pt x="90" y="94"/>
                  <a:pt x="98" y="105"/>
                </a:cubicBezTo>
                <a:cubicBezTo>
                  <a:pt x="106" y="115"/>
                  <a:pt x="96" y="118"/>
                  <a:pt x="96" y="119"/>
                </a:cubicBezTo>
                <a:cubicBezTo>
                  <a:pt x="96" y="120"/>
                  <a:pt x="98" y="121"/>
                  <a:pt x="100" y="124"/>
                </a:cubicBezTo>
                <a:cubicBezTo>
                  <a:pt x="103" y="118"/>
                  <a:pt x="107" y="109"/>
                  <a:pt x="108" y="107"/>
                </a:cubicBezTo>
                <a:cubicBezTo>
                  <a:pt x="109" y="103"/>
                  <a:pt x="114" y="103"/>
                  <a:pt x="118" y="100"/>
                </a:cubicBezTo>
                <a:close/>
              </a:path>
            </a:pathLst>
          </a:custGeom>
          <a:solidFill>
            <a:srgbClr val="A9D538">
              <a:lumMod val="75000"/>
            </a:srgbClr>
          </a:solidFill>
          <a:ln w="9525" cap="flat">
            <a:solidFill>
              <a:srgbClr val="84B22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97" name="Freeform 43">
            <a:extLst>
              <a:ext uri="{FF2B5EF4-FFF2-40B4-BE49-F238E27FC236}">
                <a16:creationId xmlns:a16="http://schemas.microsoft.com/office/drawing/2014/main" id="{3E80EAFF-397E-298F-EFE8-37AE58021FA1}"/>
              </a:ext>
            </a:extLst>
          </p:cNvPr>
          <p:cNvSpPr>
            <a:spLocks/>
          </p:cNvSpPr>
          <p:nvPr/>
        </p:nvSpPr>
        <p:spPr bwMode="auto">
          <a:xfrm>
            <a:off x="2574782" y="3667589"/>
            <a:ext cx="378719" cy="276888"/>
          </a:xfrm>
          <a:custGeom>
            <a:avLst/>
            <a:gdLst/>
            <a:ahLst/>
            <a:cxnLst>
              <a:cxn ang="0">
                <a:pos x="277" y="71"/>
              </a:cxn>
              <a:cxn ang="0">
                <a:pos x="273" y="57"/>
              </a:cxn>
              <a:cxn ang="0">
                <a:pos x="262" y="54"/>
              </a:cxn>
              <a:cxn ang="0">
                <a:pos x="265" y="34"/>
              </a:cxn>
              <a:cxn ang="0">
                <a:pos x="263" y="24"/>
              </a:cxn>
              <a:cxn ang="0">
                <a:pos x="264" y="4"/>
              </a:cxn>
              <a:cxn ang="0">
                <a:pos x="251" y="4"/>
              </a:cxn>
              <a:cxn ang="0">
                <a:pos x="233" y="6"/>
              </a:cxn>
              <a:cxn ang="0">
                <a:pos x="211" y="5"/>
              </a:cxn>
              <a:cxn ang="0">
                <a:pos x="183" y="7"/>
              </a:cxn>
              <a:cxn ang="0">
                <a:pos x="165" y="23"/>
              </a:cxn>
              <a:cxn ang="0">
                <a:pos x="150" y="26"/>
              </a:cxn>
              <a:cxn ang="0">
                <a:pos x="145" y="30"/>
              </a:cxn>
              <a:cxn ang="0">
                <a:pos x="125" y="22"/>
              </a:cxn>
              <a:cxn ang="0">
                <a:pos x="112" y="22"/>
              </a:cxn>
              <a:cxn ang="0">
                <a:pos x="97" y="0"/>
              </a:cxn>
              <a:cxn ang="0">
                <a:pos x="89" y="0"/>
              </a:cxn>
              <a:cxn ang="0">
                <a:pos x="13" y="30"/>
              </a:cxn>
              <a:cxn ang="0">
                <a:pos x="5" y="50"/>
              </a:cxn>
              <a:cxn ang="0">
                <a:pos x="0" y="61"/>
              </a:cxn>
              <a:cxn ang="0">
                <a:pos x="14" y="78"/>
              </a:cxn>
              <a:cxn ang="0">
                <a:pos x="33" y="65"/>
              </a:cxn>
              <a:cxn ang="0">
                <a:pos x="52" y="57"/>
              </a:cxn>
              <a:cxn ang="0">
                <a:pos x="55" y="72"/>
              </a:cxn>
              <a:cxn ang="0">
                <a:pos x="47" y="94"/>
              </a:cxn>
              <a:cxn ang="0">
                <a:pos x="48" y="115"/>
              </a:cxn>
              <a:cxn ang="0">
                <a:pos x="67" y="137"/>
              </a:cxn>
              <a:cxn ang="0">
                <a:pos x="80" y="163"/>
              </a:cxn>
              <a:cxn ang="0">
                <a:pos x="85" y="180"/>
              </a:cxn>
              <a:cxn ang="0">
                <a:pos x="87" y="191"/>
              </a:cxn>
              <a:cxn ang="0">
                <a:pos x="106" y="202"/>
              </a:cxn>
              <a:cxn ang="0">
                <a:pos x="132" y="207"/>
              </a:cxn>
              <a:cxn ang="0">
                <a:pos x="149" y="202"/>
              </a:cxn>
              <a:cxn ang="0">
                <a:pos x="165" y="196"/>
              </a:cxn>
              <a:cxn ang="0">
                <a:pos x="169" y="192"/>
              </a:cxn>
              <a:cxn ang="0">
                <a:pos x="182" y="194"/>
              </a:cxn>
              <a:cxn ang="0">
                <a:pos x="194" y="200"/>
              </a:cxn>
              <a:cxn ang="0">
                <a:pos x="199" y="201"/>
              </a:cxn>
              <a:cxn ang="0">
                <a:pos x="209" y="191"/>
              </a:cxn>
              <a:cxn ang="0">
                <a:pos x="220" y="176"/>
              </a:cxn>
              <a:cxn ang="0">
                <a:pos x="230" y="176"/>
              </a:cxn>
              <a:cxn ang="0">
                <a:pos x="240" y="176"/>
              </a:cxn>
              <a:cxn ang="0">
                <a:pos x="248" y="153"/>
              </a:cxn>
              <a:cxn ang="0">
                <a:pos x="262" y="127"/>
              </a:cxn>
              <a:cxn ang="0">
                <a:pos x="255" y="114"/>
              </a:cxn>
              <a:cxn ang="0">
                <a:pos x="264" y="109"/>
              </a:cxn>
              <a:cxn ang="0">
                <a:pos x="275" y="108"/>
              </a:cxn>
              <a:cxn ang="0">
                <a:pos x="281" y="89"/>
              </a:cxn>
              <a:cxn ang="0">
                <a:pos x="277" y="71"/>
              </a:cxn>
            </a:cxnLst>
            <a:rect l="0" t="0" r="r" b="b"/>
            <a:pathLst>
              <a:path w="284" h="208">
                <a:moveTo>
                  <a:pt x="277" y="71"/>
                </a:moveTo>
                <a:cubicBezTo>
                  <a:pt x="277" y="66"/>
                  <a:pt x="273" y="57"/>
                  <a:pt x="273" y="57"/>
                </a:cubicBezTo>
                <a:cubicBezTo>
                  <a:pt x="273" y="57"/>
                  <a:pt x="262" y="57"/>
                  <a:pt x="262" y="54"/>
                </a:cubicBezTo>
                <a:cubicBezTo>
                  <a:pt x="261" y="51"/>
                  <a:pt x="264" y="38"/>
                  <a:pt x="265" y="34"/>
                </a:cubicBezTo>
                <a:cubicBezTo>
                  <a:pt x="265" y="31"/>
                  <a:pt x="263" y="24"/>
                  <a:pt x="263" y="24"/>
                </a:cubicBezTo>
                <a:cubicBezTo>
                  <a:pt x="263" y="24"/>
                  <a:pt x="265" y="9"/>
                  <a:pt x="264" y="4"/>
                </a:cubicBezTo>
                <a:cubicBezTo>
                  <a:pt x="264" y="4"/>
                  <a:pt x="254" y="2"/>
                  <a:pt x="251" y="4"/>
                </a:cubicBezTo>
                <a:cubicBezTo>
                  <a:pt x="248" y="7"/>
                  <a:pt x="242" y="4"/>
                  <a:pt x="233" y="6"/>
                </a:cubicBezTo>
                <a:cubicBezTo>
                  <a:pt x="225" y="7"/>
                  <a:pt x="216" y="3"/>
                  <a:pt x="211" y="5"/>
                </a:cubicBezTo>
                <a:cubicBezTo>
                  <a:pt x="206" y="6"/>
                  <a:pt x="192" y="6"/>
                  <a:pt x="183" y="7"/>
                </a:cubicBezTo>
                <a:cubicBezTo>
                  <a:pt x="174" y="8"/>
                  <a:pt x="170" y="20"/>
                  <a:pt x="165" y="23"/>
                </a:cubicBezTo>
                <a:cubicBezTo>
                  <a:pt x="160" y="26"/>
                  <a:pt x="150" y="26"/>
                  <a:pt x="150" y="26"/>
                </a:cubicBezTo>
                <a:cubicBezTo>
                  <a:pt x="150" y="26"/>
                  <a:pt x="150" y="26"/>
                  <a:pt x="145" y="30"/>
                </a:cubicBezTo>
                <a:cubicBezTo>
                  <a:pt x="141" y="33"/>
                  <a:pt x="129" y="25"/>
                  <a:pt x="125" y="22"/>
                </a:cubicBezTo>
                <a:cubicBezTo>
                  <a:pt x="120" y="18"/>
                  <a:pt x="118" y="20"/>
                  <a:pt x="112" y="22"/>
                </a:cubicBezTo>
                <a:cubicBezTo>
                  <a:pt x="105" y="23"/>
                  <a:pt x="97" y="0"/>
                  <a:pt x="97" y="0"/>
                </a:cubicBezTo>
                <a:cubicBezTo>
                  <a:pt x="97" y="0"/>
                  <a:pt x="92" y="0"/>
                  <a:pt x="89" y="0"/>
                </a:cubicBezTo>
                <a:cubicBezTo>
                  <a:pt x="85" y="0"/>
                  <a:pt x="17" y="28"/>
                  <a:pt x="13" y="30"/>
                </a:cubicBezTo>
                <a:cubicBezTo>
                  <a:pt x="10" y="31"/>
                  <a:pt x="7" y="43"/>
                  <a:pt x="5" y="50"/>
                </a:cubicBezTo>
                <a:cubicBezTo>
                  <a:pt x="4" y="53"/>
                  <a:pt x="2" y="57"/>
                  <a:pt x="0" y="61"/>
                </a:cubicBezTo>
                <a:cubicBezTo>
                  <a:pt x="4" y="68"/>
                  <a:pt x="9" y="77"/>
                  <a:pt x="14" y="78"/>
                </a:cubicBezTo>
                <a:cubicBezTo>
                  <a:pt x="20" y="80"/>
                  <a:pt x="31" y="68"/>
                  <a:pt x="33" y="65"/>
                </a:cubicBezTo>
                <a:cubicBezTo>
                  <a:pt x="35" y="61"/>
                  <a:pt x="45" y="56"/>
                  <a:pt x="52" y="57"/>
                </a:cubicBezTo>
                <a:cubicBezTo>
                  <a:pt x="58" y="58"/>
                  <a:pt x="58" y="65"/>
                  <a:pt x="55" y="72"/>
                </a:cubicBezTo>
                <a:cubicBezTo>
                  <a:pt x="51" y="79"/>
                  <a:pt x="47" y="94"/>
                  <a:pt x="47" y="94"/>
                </a:cubicBezTo>
                <a:cubicBezTo>
                  <a:pt x="48" y="115"/>
                  <a:pt x="48" y="115"/>
                  <a:pt x="48" y="115"/>
                </a:cubicBezTo>
                <a:cubicBezTo>
                  <a:pt x="48" y="115"/>
                  <a:pt x="61" y="132"/>
                  <a:pt x="67" y="137"/>
                </a:cubicBezTo>
                <a:cubicBezTo>
                  <a:pt x="74" y="142"/>
                  <a:pt x="81" y="157"/>
                  <a:pt x="80" y="163"/>
                </a:cubicBezTo>
                <a:cubicBezTo>
                  <a:pt x="79" y="168"/>
                  <a:pt x="84" y="173"/>
                  <a:pt x="85" y="180"/>
                </a:cubicBezTo>
                <a:cubicBezTo>
                  <a:pt x="86" y="187"/>
                  <a:pt x="87" y="191"/>
                  <a:pt x="87" y="191"/>
                </a:cubicBezTo>
                <a:cubicBezTo>
                  <a:pt x="87" y="191"/>
                  <a:pt x="106" y="198"/>
                  <a:pt x="106" y="202"/>
                </a:cubicBezTo>
                <a:cubicBezTo>
                  <a:pt x="106" y="202"/>
                  <a:pt x="123" y="208"/>
                  <a:pt x="132" y="207"/>
                </a:cubicBezTo>
                <a:cubicBezTo>
                  <a:pt x="142" y="205"/>
                  <a:pt x="143" y="204"/>
                  <a:pt x="149" y="202"/>
                </a:cubicBezTo>
                <a:cubicBezTo>
                  <a:pt x="155" y="200"/>
                  <a:pt x="165" y="196"/>
                  <a:pt x="165" y="196"/>
                </a:cubicBezTo>
                <a:cubicBezTo>
                  <a:pt x="169" y="192"/>
                  <a:pt x="169" y="192"/>
                  <a:pt x="169" y="192"/>
                </a:cubicBezTo>
                <a:cubicBezTo>
                  <a:pt x="169" y="192"/>
                  <a:pt x="179" y="191"/>
                  <a:pt x="182" y="194"/>
                </a:cubicBezTo>
                <a:cubicBezTo>
                  <a:pt x="186" y="197"/>
                  <a:pt x="190" y="199"/>
                  <a:pt x="194" y="200"/>
                </a:cubicBezTo>
                <a:cubicBezTo>
                  <a:pt x="197" y="200"/>
                  <a:pt x="199" y="201"/>
                  <a:pt x="199" y="201"/>
                </a:cubicBezTo>
                <a:cubicBezTo>
                  <a:pt x="199" y="201"/>
                  <a:pt x="204" y="195"/>
                  <a:pt x="209" y="191"/>
                </a:cubicBezTo>
                <a:cubicBezTo>
                  <a:pt x="214" y="187"/>
                  <a:pt x="220" y="176"/>
                  <a:pt x="220" y="176"/>
                </a:cubicBezTo>
                <a:cubicBezTo>
                  <a:pt x="220" y="176"/>
                  <a:pt x="227" y="174"/>
                  <a:pt x="230" y="176"/>
                </a:cubicBezTo>
                <a:cubicBezTo>
                  <a:pt x="233" y="178"/>
                  <a:pt x="239" y="179"/>
                  <a:pt x="240" y="176"/>
                </a:cubicBezTo>
                <a:cubicBezTo>
                  <a:pt x="241" y="172"/>
                  <a:pt x="244" y="159"/>
                  <a:pt x="248" y="153"/>
                </a:cubicBezTo>
                <a:cubicBezTo>
                  <a:pt x="253" y="146"/>
                  <a:pt x="263" y="133"/>
                  <a:pt x="262" y="127"/>
                </a:cubicBezTo>
                <a:cubicBezTo>
                  <a:pt x="261" y="121"/>
                  <a:pt x="255" y="114"/>
                  <a:pt x="255" y="114"/>
                </a:cubicBezTo>
                <a:cubicBezTo>
                  <a:pt x="255" y="114"/>
                  <a:pt x="259" y="109"/>
                  <a:pt x="264" y="109"/>
                </a:cubicBezTo>
                <a:cubicBezTo>
                  <a:pt x="269" y="109"/>
                  <a:pt x="275" y="108"/>
                  <a:pt x="275" y="108"/>
                </a:cubicBezTo>
                <a:cubicBezTo>
                  <a:pt x="275" y="108"/>
                  <a:pt x="284" y="99"/>
                  <a:pt x="281" y="89"/>
                </a:cubicBezTo>
                <a:cubicBezTo>
                  <a:pt x="279" y="80"/>
                  <a:pt x="277" y="76"/>
                  <a:pt x="277" y="71"/>
                </a:cubicBezTo>
                <a:close/>
              </a:path>
            </a:pathLst>
          </a:custGeom>
          <a:solidFill>
            <a:srgbClr val="A9D538">
              <a:lumMod val="75000"/>
            </a:srgbClr>
          </a:solidFill>
          <a:ln w="9525" cap="flat">
            <a:solidFill>
              <a:srgbClr val="84B22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98" name="Freeform 45">
            <a:extLst>
              <a:ext uri="{FF2B5EF4-FFF2-40B4-BE49-F238E27FC236}">
                <a16:creationId xmlns:a16="http://schemas.microsoft.com/office/drawing/2014/main" id="{5EF3E896-0665-066D-682D-30FF2E9915BE}"/>
              </a:ext>
            </a:extLst>
          </p:cNvPr>
          <p:cNvSpPr>
            <a:spLocks/>
          </p:cNvSpPr>
          <p:nvPr/>
        </p:nvSpPr>
        <p:spPr bwMode="auto">
          <a:xfrm>
            <a:off x="2398581" y="3741958"/>
            <a:ext cx="290618" cy="414187"/>
          </a:xfrm>
          <a:custGeom>
            <a:avLst/>
            <a:gdLst/>
            <a:ahLst/>
            <a:cxnLst>
              <a:cxn ang="0">
                <a:pos x="218" y="124"/>
              </a:cxn>
              <a:cxn ang="0">
                <a:pos x="213" y="107"/>
              </a:cxn>
              <a:cxn ang="0">
                <a:pos x="200" y="81"/>
              </a:cxn>
              <a:cxn ang="0">
                <a:pos x="181" y="59"/>
              </a:cxn>
              <a:cxn ang="0">
                <a:pos x="180" y="38"/>
              </a:cxn>
              <a:cxn ang="0">
                <a:pos x="188" y="16"/>
              </a:cxn>
              <a:cxn ang="0">
                <a:pos x="185" y="1"/>
              </a:cxn>
              <a:cxn ang="0">
                <a:pos x="166" y="9"/>
              </a:cxn>
              <a:cxn ang="0">
                <a:pos x="147" y="22"/>
              </a:cxn>
              <a:cxn ang="0">
                <a:pos x="133" y="5"/>
              </a:cxn>
              <a:cxn ang="0">
                <a:pos x="133" y="5"/>
              </a:cxn>
              <a:cxn ang="0">
                <a:pos x="122" y="22"/>
              </a:cxn>
              <a:cxn ang="0">
                <a:pos x="116" y="27"/>
              </a:cxn>
              <a:cxn ang="0">
                <a:pos x="116" y="27"/>
              </a:cxn>
              <a:cxn ang="0">
                <a:pos x="117" y="60"/>
              </a:cxn>
              <a:cxn ang="0">
                <a:pos x="124" y="109"/>
              </a:cxn>
              <a:cxn ang="0">
                <a:pos x="76" y="113"/>
              </a:cxn>
              <a:cxn ang="0">
                <a:pos x="51" y="161"/>
              </a:cxn>
              <a:cxn ang="0">
                <a:pos x="56" y="169"/>
              </a:cxn>
              <a:cxn ang="0">
                <a:pos x="52" y="170"/>
              </a:cxn>
              <a:cxn ang="0">
                <a:pos x="27" y="167"/>
              </a:cxn>
              <a:cxn ang="0">
                <a:pos x="22" y="171"/>
              </a:cxn>
              <a:cxn ang="0">
                <a:pos x="14" y="167"/>
              </a:cxn>
              <a:cxn ang="0">
                <a:pos x="5" y="174"/>
              </a:cxn>
              <a:cxn ang="0">
                <a:pos x="3" y="179"/>
              </a:cxn>
              <a:cxn ang="0">
                <a:pos x="5" y="189"/>
              </a:cxn>
              <a:cxn ang="0">
                <a:pos x="17" y="200"/>
              </a:cxn>
              <a:cxn ang="0">
                <a:pos x="22" y="212"/>
              </a:cxn>
              <a:cxn ang="0">
                <a:pos x="5" y="237"/>
              </a:cxn>
              <a:cxn ang="0">
                <a:pos x="10" y="247"/>
              </a:cxn>
              <a:cxn ang="0">
                <a:pos x="9" y="254"/>
              </a:cxn>
              <a:cxn ang="0">
                <a:pos x="29" y="266"/>
              </a:cxn>
              <a:cxn ang="0">
                <a:pos x="35" y="270"/>
              </a:cxn>
              <a:cxn ang="0">
                <a:pos x="29" y="276"/>
              </a:cxn>
              <a:cxn ang="0">
                <a:pos x="25" y="284"/>
              </a:cxn>
              <a:cxn ang="0">
                <a:pos x="36" y="289"/>
              </a:cxn>
              <a:cxn ang="0">
                <a:pos x="45" y="307"/>
              </a:cxn>
              <a:cxn ang="0">
                <a:pos x="57" y="307"/>
              </a:cxn>
              <a:cxn ang="0">
                <a:pos x="64" y="287"/>
              </a:cxn>
              <a:cxn ang="0">
                <a:pos x="82" y="302"/>
              </a:cxn>
              <a:cxn ang="0">
                <a:pos x="103" y="293"/>
              </a:cxn>
              <a:cxn ang="0">
                <a:pos x="104" y="257"/>
              </a:cxn>
              <a:cxn ang="0">
                <a:pos x="97" y="225"/>
              </a:cxn>
              <a:cxn ang="0">
                <a:pos x="129" y="163"/>
              </a:cxn>
              <a:cxn ang="0">
                <a:pos x="142" y="173"/>
              </a:cxn>
              <a:cxn ang="0">
                <a:pos x="157" y="173"/>
              </a:cxn>
              <a:cxn ang="0">
                <a:pos x="173" y="156"/>
              </a:cxn>
              <a:cxn ang="0">
                <a:pos x="181" y="141"/>
              </a:cxn>
              <a:cxn ang="0">
                <a:pos x="188" y="135"/>
              </a:cxn>
              <a:cxn ang="0">
                <a:pos x="202" y="128"/>
              </a:cxn>
              <a:cxn ang="0">
                <a:pos x="219" y="130"/>
              </a:cxn>
              <a:cxn ang="0">
                <a:pos x="218" y="124"/>
              </a:cxn>
            </a:cxnLst>
            <a:rect l="0" t="0" r="r" b="b"/>
            <a:pathLst>
              <a:path w="219" h="311">
                <a:moveTo>
                  <a:pt x="218" y="124"/>
                </a:moveTo>
                <a:cubicBezTo>
                  <a:pt x="217" y="117"/>
                  <a:pt x="212" y="112"/>
                  <a:pt x="213" y="107"/>
                </a:cubicBezTo>
                <a:cubicBezTo>
                  <a:pt x="214" y="101"/>
                  <a:pt x="207" y="86"/>
                  <a:pt x="200" y="81"/>
                </a:cubicBezTo>
                <a:cubicBezTo>
                  <a:pt x="194" y="76"/>
                  <a:pt x="181" y="59"/>
                  <a:pt x="181" y="59"/>
                </a:cubicBezTo>
                <a:cubicBezTo>
                  <a:pt x="180" y="38"/>
                  <a:pt x="180" y="38"/>
                  <a:pt x="180" y="38"/>
                </a:cubicBezTo>
                <a:cubicBezTo>
                  <a:pt x="180" y="38"/>
                  <a:pt x="184" y="23"/>
                  <a:pt x="188" y="16"/>
                </a:cubicBezTo>
                <a:cubicBezTo>
                  <a:pt x="191" y="9"/>
                  <a:pt x="191" y="2"/>
                  <a:pt x="185" y="1"/>
                </a:cubicBezTo>
                <a:cubicBezTo>
                  <a:pt x="178" y="0"/>
                  <a:pt x="168" y="5"/>
                  <a:pt x="166" y="9"/>
                </a:cubicBezTo>
                <a:cubicBezTo>
                  <a:pt x="164" y="12"/>
                  <a:pt x="153" y="24"/>
                  <a:pt x="147" y="22"/>
                </a:cubicBezTo>
                <a:cubicBezTo>
                  <a:pt x="142" y="21"/>
                  <a:pt x="137" y="12"/>
                  <a:pt x="133" y="5"/>
                </a:cubicBezTo>
                <a:cubicBezTo>
                  <a:pt x="133" y="5"/>
                  <a:pt x="133" y="5"/>
                  <a:pt x="133" y="5"/>
                </a:cubicBezTo>
                <a:cubicBezTo>
                  <a:pt x="130" y="11"/>
                  <a:pt x="125" y="17"/>
                  <a:pt x="122" y="22"/>
                </a:cubicBezTo>
                <a:cubicBezTo>
                  <a:pt x="120" y="25"/>
                  <a:pt x="118" y="26"/>
                  <a:pt x="116" y="27"/>
                </a:cubicBezTo>
                <a:cubicBezTo>
                  <a:pt x="116" y="27"/>
                  <a:pt x="116" y="27"/>
                  <a:pt x="116" y="27"/>
                </a:cubicBezTo>
                <a:cubicBezTo>
                  <a:pt x="116" y="37"/>
                  <a:pt x="116" y="51"/>
                  <a:pt x="117" y="60"/>
                </a:cubicBezTo>
                <a:cubicBezTo>
                  <a:pt x="119" y="73"/>
                  <a:pt x="124" y="109"/>
                  <a:pt x="124" y="109"/>
                </a:cubicBezTo>
                <a:cubicBezTo>
                  <a:pt x="124" y="109"/>
                  <a:pt x="101" y="111"/>
                  <a:pt x="76" y="113"/>
                </a:cubicBezTo>
                <a:cubicBezTo>
                  <a:pt x="71" y="126"/>
                  <a:pt x="59" y="151"/>
                  <a:pt x="51" y="161"/>
                </a:cubicBezTo>
                <a:cubicBezTo>
                  <a:pt x="56" y="169"/>
                  <a:pt x="56" y="169"/>
                  <a:pt x="56" y="169"/>
                </a:cubicBezTo>
                <a:cubicBezTo>
                  <a:pt x="52" y="170"/>
                  <a:pt x="52" y="170"/>
                  <a:pt x="52" y="170"/>
                </a:cubicBezTo>
                <a:cubicBezTo>
                  <a:pt x="27" y="167"/>
                  <a:pt x="27" y="167"/>
                  <a:pt x="27" y="167"/>
                </a:cubicBezTo>
                <a:cubicBezTo>
                  <a:pt x="27" y="167"/>
                  <a:pt x="24" y="169"/>
                  <a:pt x="22" y="171"/>
                </a:cubicBezTo>
                <a:cubicBezTo>
                  <a:pt x="20" y="173"/>
                  <a:pt x="14" y="167"/>
                  <a:pt x="14" y="167"/>
                </a:cubicBezTo>
                <a:cubicBezTo>
                  <a:pt x="5" y="174"/>
                  <a:pt x="5" y="174"/>
                  <a:pt x="5" y="174"/>
                </a:cubicBezTo>
                <a:cubicBezTo>
                  <a:pt x="3" y="179"/>
                  <a:pt x="3" y="179"/>
                  <a:pt x="3" y="179"/>
                </a:cubicBezTo>
                <a:cubicBezTo>
                  <a:pt x="3" y="179"/>
                  <a:pt x="0" y="187"/>
                  <a:pt x="5" y="189"/>
                </a:cubicBezTo>
                <a:cubicBezTo>
                  <a:pt x="9" y="191"/>
                  <a:pt x="15" y="201"/>
                  <a:pt x="17" y="200"/>
                </a:cubicBezTo>
                <a:cubicBezTo>
                  <a:pt x="19" y="199"/>
                  <a:pt x="27" y="207"/>
                  <a:pt x="22" y="212"/>
                </a:cubicBezTo>
                <a:cubicBezTo>
                  <a:pt x="17" y="217"/>
                  <a:pt x="11" y="232"/>
                  <a:pt x="5" y="237"/>
                </a:cubicBezTo>
                <a:cubicBezTo>
                  <a:pt x="0" y="241"/>
                  <a:pt x="10" y="247"/>
                  <a:pt x="10" y="247"/>
                </a:cubicBezTo>
                <a:cubicBezTo>
                  <a:pt x="10" y="247"/>
                  <a:pt x="13" y="250"/>
                  <a:pt x="9" y="254"/>
                </a:cubicBezTo>
                <a:cubicBezTo>
                  <a:pt x="29" y="266"/>
                  <a:pt x="29" y="266"/>
                  <a:pt x="29" y="266"/>
                </a:cubicBezTo>
                <a:cubicBezTo>
                  <a:pt x="35" y="270"/>
                  <a:pt x="35" y="270"/>
                  <a:pt x="35" y="270"/>
                </a:cubicBezTo>
                <a:cubicBezTo>
                  <a:pt x="35" y="270"/>
                  <a:pt x="32" y="275"/>
                  <a:pt x="29" y="276"/>
                </a:cubicBezTo>
                <a:cubicBezTo>
                  <a:pt x="25" y="277"/>
                  <a:pt x="21" y="283"/>
                  <a:pt x="25" y="284"/>
                </a:cubicBezTo>
                <a:cubicBezTo>
                  <a:pt x="29" y="285"/>
                  <a:pt x="35" y="285"/>
                  <a:pt x="36" y="289"/>
                </a:cubicBezTo>
                <a:cubicBezTo>
                  <a:pt x="37" y="293"/>
                  <a:pt x="43" y="307"/>
                  <a:pt x="45" y="307"/>
                </a:cubicBezTo>
                <a:cubicBezTo>
                  <a:pt x="48" y="307"/>
                  <a:pt x="57" y="311"/>
                  <a:pt x="57" y="307"/>
                </a:cubicBezTo>
                <a:cubicBezTo>
                  <a:pt x="57" y="302"/>
                  <a:pt x="61" y="287"/>
                  <a:pt x="64" y="287"/>
                </a:cubicBezTo>
                <a:cubicBezTo>
                  <a:pt x="67" y="287"/>
                  <a:pt x="76" y="302"/>
                  <a:pt x="82" y="302"/>
                </a:cubicBezTo>
                <a:cubicBezTo>
                  <a:pt x="88" y="302"/>
                  <a:pt x="94" y="309"/>
                  <a:pt x="103" y="293"/>
                </a:cubicBezTo>
                <a:cubicBezTo>
                  <a:pt x="103" y="293"/>
                  <a:pt x="106" y="274"/>
                  <a:pt x="104" y="257"/>
                </a:cubicBezTo>
                <a:cubicBezTo>
                  <a:pt x="102" y="239"/>
                  <a:pt x="97" y="225"/>
                  <a:pt x="97" y="225"/>
                </a:cubicBezTo>
                <a:cubicBezTo>
                  <a:pt x="129" y="163"/>
                  <a:pt x="129" y="163"/>
                  <a:pt x="129" y="163"/>
                </a:cubicBezTo>
                <a:cubicBezTo>
                  <a:pt x="129" y="163"/>
                  <a:pt x="141" y="170"/>
                  <a:pt x="142" y="173"/>
                </a:cubicBezTo>
                <a:cubicBezTo>
                  <a:pt x="143" y="175"/>
                  <a:pt x="153" y="181"/>
                  <a:pt x="157" y="173"/>
                </a:cubicBezTo>
                <a:cubicBezTo>
                  <a:pt x="160" y="166"/>
                  <a:pt x="167" y="157"/>
                  <a:pt x="173" y="156"/>
                </a:cubicBezTo>
                <a:cubicBezTo>
                  <a:pt x="173" y="156"/>
                  <a:pt x="180" y="143"/>
                  <a:pt x="181" y="141"/>
                </a:cubicBezTo>
                <a:cubicBezTo>
                  <a:pt x="181" y="139"/>
                  <a:pt x="188" y="135"/>
                  <a:pt x="188" y="135"/>
                </a:cubicBezTo>
                <a:cubicBezTo>
                  <a:pt x="188" y="135"/>
                  <a:pt x="191" y="127"/>
                  <a:pt x="202" y="128"/>
                </a:cubicBezTo>
                <a:cubicBezTo>
                  <a:pt x="208" y="128"/>
                  <a:pt x="214" y="129"/>
                  <a:pt x="219" y="130"/>
                </a:cubicBezTo>
                <a:cubicBezTo>
                  <a:pt x="218" y="128"/>
                  <a:pt x="218" y="126"/>
                  <a:pt x="218" y="124"/>
                </a:cubicBezTo>
                <a:close/>
              </a:path>
            </a:pathLst>
          </a:custGeom>
          <a:solidFill>
            <a:srgbClr val="A9D538">
              <a:lumMod val="75000"/>
            </a:srgbClr>
          </a:solidFill>
          <a:ln w="9525" cap="flat">
            <a:solidFill>
              <a:srgbClr val="84B22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99" name="Freeform 47">
            <a:extLst>
              <a:ext uri="{FF2B5EF4-FFF2-40B4-BE49-F238E27FC236}">
                <a16:creationId xmlns:a16="http://schemas.microsoft.com/office/drawing/2014/main" id="{69CA9C0C-2769-C568-2BAC-8ACC9F725AEC}"/>
              </a:ext>
            </a:extLst>
          </p:cNvPr>
          <p:cNvSpPr>
            <a:spLocks/>
          </p:cNvSpPr>
          <p:nvPr/>
        </p:nvSpPr>
        <p:spPr bwMode="auto">
          <a:xfrm>
            <a:off x="2524439" y="3911295"/>
            <a:ext cx="192219" cy="425629"/>
          </a:xfrm>
          <a:custGeom>
            <a:avLst/>
            <a:gdLst/>
            <a:ahLst/>
            <a:cxnLst>
              <a:cxn ang="0">
                <a:pos x="143" y="18"/>
              </a:cxn>
              <a:cxn ang="0">
                <a:pos x="125" y="8"/>
              </a:cxn>
              <a:cxn ang="0">
                <a:pos x="124" y="3"/>
              </a:cxn>
              <a:cxn ang="0">
                <a:pos x="107" y="1"/>
              </a:cxn>
              <a:cxn ang="0">
                <a:pos x="93" y="8"/>
              </a:cxn>
              <a:cxn ang="0">
                <a:pos x="86" y="14"/>
              </a:cxn>
              <a:cxn ang="0">
                <a:pos x="78" y="29"/>
              </a:cxn>
              <a:cxn ang="0">
                <a:pos x="62" y="46"/>
              </a:cxn>
              <a:cxn ang="0">
                <a:pos x="47" y="46"/>
              </a:cxn>
              <a:cxn ang="0">
                <a:pos x="34" y="36"/>
              </a:cxn>
              <a:cxn ang="0">
                <a:pos x="2" y="98"/>
              </a:cxn>
              <a:cxn ang="0">
                <a:pos x="9" y="130"/>
              </a:cxn>
              <a:cxn ang="0">
                <a:pos x="8" y="166"/>
              </a:cxn>
              <a:cxn ang="0">
                <a:pos x="7" y="167"/>
              </a:cxn>
              <a:cxn ang="0">
                <a:pos x="13" y="181"/>
              </a:cxn>
              <a:cxn ang="0">
                <a:pos x="5" y="199"/>
              </a:cxn>
              <a:cxn ang="0">
                <a:pos x="3" y="220"/>
              </a:cxn>
              <a:cxn ang="0">
                <a:pos x="0" y="233"/>
              </a:cxn>
              <a:cxn ang="0">
                <a:pos x="17" y="258"/>
              </a:cxn>
              <a:cxn ang="0">
                <a:pos x="29" y="295"/>
              </a:cxn>
              <a:cxn ang="0">
                <a:pos x="38" y="320"/>
              </a:cxn>
              <a:cxn ang="0">
                <a:pos x="49" y="249"/>
              </a:cxn>
              <a:cxn ang="0">
                <a:pos x="53" y="239"/>
              </a:cxn>
              <a:cxn ang="0">
                <a:pos x="75" y="244"/>
              </a:cxn>
              <a:cxn ang="0">
                <a:pos x="100" y="238"/>
              </a:cxn>
              <a:cxn ang="0">
                <a:pos x="109" y="214"/>
              </a:cxn>
              <a:cxn ang="0">
                <a:pos x="103" y="178"/>
              </a:cxn>
              <a:cxn ang="0">
                <a:pos x="96" y="158"/>
              </a:cxn>
              <a:cxn ang="0">
                <a:pos x="98" y="141"/>
              </a:cxn>
              <a:cxn ang="0">
                <a:pos x="90" y="128"/>
              </a:cxn>
              <a:cxn ang="0">
                <a:pos x="90" y="98"/>
              </a:cxn>
              <a:cxn ang="0">
                <a:pos x="96" y="82"/>
              </a:cxn>
              <a:cxn ang="0">
                <a:pos x="106" y="64"/>
              </a:cxn>
              <a:cxn ang="0">
                <a:pos x="123" y="55"/>
              </a:cxn>
              <a:cxn ang="0">
                <a:pos x="132" y="43"/>
              </a:cxn>
              <a:cxn ang="0">
                <a:pos x="142" y="24"/>
              </a:cxn>
              <a:cxn ang="0">
                <a:pos x="143" y="18"/>
              </a:cxn>
            </a:cxnLst>
            <a:rect l="0" t="0" r="r" b="b"/>
            <a:pathLst>
              <a:path w="144" h="320">
                <a:moveTo>
                  <a:pt x="143" y="18"/>
                </a:moveTo>
                <a:cubicBezTo>
                  <a:pt x="141" y="13"/>
                  <a:pt x="125" y="8"/>
                  <a:pt x="125" y="8"/>
                </a:cubicBezTo>
                <a:cubicBezTo>
                  <a:pt x="125" y="8"/>
                  <a:pt x="124" y="6"/>
                  <a:pt x="124" y="3"/>
                </a:cubicBezTo>
                <a:cubicBezTo>
                  <a:pt x="119" y="2"/>
                  <a:pt x="113" y="1"/>
                  <a:pt x="107" y="1"/>
                </a:cubicBezTo>
                <a:cubicBezTo>
                  <a:pt x="96" y="0"/>
                  <a:pt x="93" y="8"/>
                  <a:pt x="93" y="8"/>
                </a:cubicBezTo>
                <a:cubicBezTo>
                  <a:pt x="93" y="8"/>
                  <a:pt x="86" y="12"/>
                  <a:pt x="86" y="14"/>
                </a:cubicBezTo>
                <a:cubicBezTo>
                  <a:pt x="85" y="16"/>
                  <a:pt x="78" y="29"/>
                  <a:pt x="78" y="29"/>
                </a:cubicBezTo>
                <a:cubicBezTo>
                  <a:pt x="72" y="30"/>
                  <a:pt x="65" y="39"/>
                  <a:pt x="62" y="46"/>
                </a:cubicBezTo>
                <a:cubicBezTo>
                  <a:pt x="58" y="54"/>
                  <a:pt x="48" y="48"/>
                  <a:pt x="47" y="46"/>
                </a:cubicBezTo>
                <a:cubicBezTo>
                  <a:pt x="46" y="43"/>
                  <a:pt x="34" y="36"/>
                  <a:pt x="34" y="36"/>
                </a:cubicBezTo>
                <a:cubicBezTo>
                  <a:pt x="2" y="98"/>
                  <a:pt x="2" y="98"/>
                  <a:pt x="2" y="98"/>
                </a:cubicBezTo>
                <a:cubicBezTo>
                  <a:pt x="2" y="98"/>
                  <a:pt x="7" y="112"/>
                  <a:pt x="9" y="130"/>
                </a:cubicBezTo>
                <a:cubicBezTo>
                  <a:pt x="11" y="147"/>
                  <a:pt x="8" y="166"/>
                  <a:pt x="8" y="166"/>
                </a:cubicBezTo>
                <a:cubicBezTo>
                  <a:pt x="8" y="166"/>
                  <a:pt x="8" y="167"/>
                  <a:pt x="7" y="167"/>
                </a:cubicBezTo>
                <a:cubicBezTo>
                  <a:pt x="11" y="172"/>
                  <a:pt x="13" y="179"/>
                  <a:pt x="13" y="181"/>
                </a:cubicBezTo>
                <a:cubicBezTo>
                  <a:pt x="12" y="184"/>
                  <a:pt x="5" y="199"/>
                  <a:pt x="5" y="199"/>
                </a:cubicBezTo>
                <a:cubicBezTo>
                  <a:pt x="5" y="199"/>
                  <a:pt x="3" y="219"/>
                  <a:pt x="3" y="220"/>
                </a:cubicBezTo>
                <a:cubicBezTo>
                  <a:pt x="3" y="222"/>
                  <a:pt x="0" y="229"/>
                  <a:pt x="0" y="233"/>
                </a:cubicBezTo>
                <a:cubicBezTo>
                  <a:pt x="0" y="237"/>
                  <a:pt x="12" y="251"/>
                  <a:pt x="17" y="258"/>
                </a:cubicBezTo>
                <a:cubicBezTo>
                  <a:pt x="22" y="264"/>
                  <a:pt x="25" y="278"/>
                  <a:pt x="29" y="295"/>
                </a:cubicBezTo>
                <a:cubicBezTo>
                  <a:pt x="34" y="312"/>
                  <a:pt x="38" y="320"/>
                  <a:pt x="38" y="320"/>
                </a:cubicBezTo>
                <a:cubicBezTo>
                  <a:pt x="38" y="320"/>
                  <a:pt x="48" y="256"/>
                  <a:pt x="49" y="249"/>
                </a:cubicBezTo>
                <a:cubicBezTo>
                  <a:pt x="51" y="241"/>
                  <a:pt x="53" y="239"/>
                  <a:pt x="53" y="239"/>
                </a:cubicBezTo>
                <a:cubicBezTo>
                  <a:pt x="53" y="239"/>
                  <a:pt x="67" y="244"/>
                  <a:pt x="75" y="244"/>
                </a:cubicBezTo>
                <a:cubicBezTo>
                  <a:pt x="82" y="243"/>
                  <a:pt x="96" y="238"/>
                  <a:pt x="100" y="238"/>
                </a:cubicBezTo>
                <a:cubicBezTo>
                  <a:pt x="103" y="237"/>
                  <a:pt x="109" y="220"/>
                  <a:pt x="109" y="214"/>
                </a:cubicBezTo>
                <a:cubicBezTo>
                  <a:pt x="109" y="209"/>
                  <a:pt x="103" y="184"/>
                  <a:pt x="103" y="178"/>
                </a:cubicBezTo>
                <a:cubicBezTo>
                  <a:pt x="103" y="172"/>
                  <a:pt x="98" y="164"/>
                  <a:pt x="96" y="158"/>
                </a:cubicBezTo>
                <a:cubicBezTo>
                  <a:pt x="93" y="151"/>
                  <a:pt x="99" y="146"/>
                  <a:pt x="98" y="141"/>
                </a:cubicBezTo>
                <a:cubicBezTo>
                  <a:pt x="98" y="136"/>
                  <a:pt x="90" y="128"/>
                  <a:pt x="90" y="128"/>
                </a:cubicBezTo>
                <a:cubicBezTo>
                  <a:pt x="90" y="98"/>
                  <a:pt x="90" y="98"/>
                  <a:pt x="90" y="98"/>
                </a:cubicBezTo>
                <a:cubicBezTo>
                  <a:pt x="92" y="92"/>
                  <a:pt x="91" y="86"/>
                  <a:pt x="96" y="82"/>
                </a:cubicBezTo>
                <a:cubicBezTo>
                  <a:pt x="102" y="78"/>
                  <a:pt x="106" y="64"/>
                  <a:pt x="106" y="64"/>
                </a:cubicBezTo>
                <a:cubicBezTo>
                  <a:pt x="106" y="64"/>
                  <a:pt x="118" y="57"/>
                  <a:pt x="123" y="55"/>
                </a:cubicBezTo>
                <a:cubicBezTo>
                  <a:pt x="128" y="53"/>
                  <a:pt x="132" y="48"/>
                  <a:pt x="132" y="43"/>
                </a:cubicBezTo>
                <a:cubicBezTo>
                  <a:pt x="131" y="38"/>
                  <a:pt x="136" y="25"/>
                  <a:pt x="142" y="24"/>
                </a:cubicBezTo>
                <a:cubicBezTo>
                  <a:pt x="144" y="24"/>
                  <a:pt x="144" y="21"/>
                  <a:pt x="143" y="18"/>
                </a:cubicBezTo>
                <a:close/>
              </a:path>
            </a:pathLst>
          </a:custGeom>
          <a:solidFill>
            <a:srgbClr val="A9D538">
              <a:lumMod val="75000"/>
            </a:srgbClr>
          </a:solidFill>
          <a:ln w="9525" cap="flat">
            <a:solidFill>
              <a:srgbClr val="84B22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100" name="Freeform 48">
            <a:extLst>
              <a:ext uri="{FF2B5EF4-FFF2-40B4-BE49-F238E27FC236}">
                <a16:creationId xmlns:a16="http://schemas.microsoft.com/office/drawing/2014/main" id="{341E8AD2-5CA4-A9EB-1B27-3D7848914317}"/>
              </a:ext>
            </a:extLst>
          </p:cNvPr>
          <p:cNvSpPr>
            <a:spLocks/>
          </p:cNvSpPr>
          <p:nvPr/>
        </p:nvSpPr>
        <p:spPr bwMode="auto">
          <a:xfrm>
            <a:off x="2308765" y="4075009"/>
            <a:ext cx="289474" cy="324942"/>
          </a:xfrm>
          <a:custGeom>
            <a:avLst/>
            <a:gdLst/>
            <a:ahLst/>
            <a:cxnLst>
              <a:cxn ang="0">
                <a:pos x="218" y="227"/>
              </a:cxn>
              <a:cxn ang="0">
                <a:pos x="209" y="219"/>
              </a:cxn>
              <a:cxn ang="0">
                <a:pos x="202" y="203"/>
              </a:cxn>
              <a:cxn ang="0">
                <a:pos x="201" y="198"/>
              </a:cxn>
              <a:cxn ang="0">
                <a:pos x="193" y="174"/>
              </a:cxn>
              <a:cxn ang="0">
                <a:pos x="181" y="137"/>
              </a:cxn>
              <a:cxn ang="0">
                <a:pos x="164" y="112"/>
              </a:cxn>
              <a:cxn ang="0">
                <a:pos x="167" y="99"/>
              </a:cxn>
              <a:cxn ang="0">
                <a:pos x="169" y="78"/>
              </a:cxn>
              <a:cxn ang="0">
                <a:pos x="177" y="60"/>
              </a:cxn>
              <a:cxn ang="0">
                <a:pos x="171" y="46"/>
              </a:cxn>
              <a:cxn ang="0">
                <a:pos x="151" y="54"/>
              </a:cxn>
              <a:cxn ang="0">
                <a:pos x="133" y="39"/>
              </a:cxn>
              <a:cxn ang="0">
                <a:pos x="126" y="59"/>
              </a:cxn>
              <a:cxn ang="0">
                <a:pos x="114" y="59"/>
              </a:cxn>
              <a:cxn ang="0">
                <a:pos x="105" y="41"/>
              </a:cxn>
              <a:cxn ang="0">
                <a:pos x="94" y="36"/>
              </a:cxn>
              <a:cxn ang="0">
                <a:pos x="98" y="28"/>
              </a:cxn>
              <a:cxn ang="0">
                <a:pos x="104" y="22"/>
              </a:cxn>
              <a:cxn ang="0">
                <a:pos x="98" y="18"/>
              </a:cxn>
              <a:cxn ang="0">
                <a:pos x="78" y="6"/>
              </a:cxn>
              <a:cxn ang="0">
                <a:pos x="71" y="3"/>
              </a:cxn>
              <a:cxn ang="0">
                <a:pos x="64" y="7"/>
              </a:cxn>
              <a:cxn ang="0">
                <a:pos x="57" y="11"/>
              </a:cxn>
              <a:cxn ang="0">
                <a:pos x="49" y="13"/>
              </a:cxn>
              <a:cxn ang="0">
                <a:pos x="49" y="18"/>
              </a:cxn>
              <a:cxn ang="0">
                <a:pos x="43" y="18"/>
              </a:cxn>
              <a:cxn ang="0">
                <a:pos x="41" y="39"/>
              </a:cxn>
              <a:cxn ang="0">
                <a:pos x="20" y="43"/>
              </a:cxn>
              <a:cxn ang="0">
                <a:pos x="19" y="59"/>
              </a:cxn>
              <a:cxn ang="0">
                <a:pos x="23" y="77"/>
              </a:cxn>
              <a:cxn ang="0">
                <a:pos x="12" y="86"/>
              </a:cxn>
              <a:cxn ang="0">
                <a:pos x="8" y="105"/>
              </a:cxn>
              <a:cxn ang="0">
                <a:pos x="11" y="119"/>
              </a:cxn>
              <a:cxn ang="0">
                <a:pos x="6" y="125"/>
              </a:cxn>
              <a:cxn ang="0">
                <a:pos x="11" y="130"/>
              </a:cxn>
              <a:cxn ang="0">
                <a:pos x="22" y="142"/>
              </a:cxn>
              <a:cxn ang="0">
                <a:pos x="22" y="152"/>
              </a:cxn>
              <a:cxn ang="0">
                <a:pos x="12" y="162"/>
              </a:cxn>
              <a:cxn ang="0">
                <a:pos x="22" y="169"/>
              </a:cxn>
              <a:cxn ang="0">
                <a:pos x="62" y="182"/>
              </a:cxn>
              <a:cxn ang="0">
                <a:pos x="144" y="216"/>
              </a:cxn>
              <a:cxn ang="0">
                <a:pos x="209" y="244"/>
              </a:cxn>
              <a:cxn ang="0">
                <a:pos x="212" y="238"/>
              </a:cxn>
              <a:cxn ang="0">
                <a:pos x="218" y="227"/>
              </a:cxn>
            </a:cxnLst>
            <a:rect l="0" t="0" r="r" b="b"/>
            <a:pathLst>
              <a:path w="218" h="244">
                <a:moveTo>
                  <a:pt x="218" y="227"/>
                </a:moveTo>
                <a:cubicBezTo>
                  <a:pt x="218" y="227"/>
                  <a:pt x="214" y="225"/>
                  <a:pt x="209" y="219"/>
                </a:cubicBezTo>
                <a:cubicBezTo>
                  <a:pt x="203" y="213"/>
                  <a:pt x="202" y="203"/>
                  <a:pt x="202" y="203"/>
                </a:cubicBezTo>
                <a:cubicBezTo>
                  <a:pt x="201" y="198"/>
                  <a:pt x="201" y="198"/>
                  <a:pt x="201" y="198"/>
                </a:cubicBezTo>
                <a:cubicBezTo>
                  <a:pt x="200" y="196"/>
                  <a:pt x="197" y="188"/>
                  <a:pt x="193" y="174"/>
                </a:cubicBezTo>
                <a:cubicBezTo>
                  <a:pt x="189" y="157"/>
                  <a:pt x="186" y="143"/>
                  <a:pt x="181" y="137"/>
                </a:cubicBezTo>
                <a:cubicBezTo>
                  <a:pt x="176" y="130"/>
                  <a:pt x="164" y="116"/>
                  <a:pt x="164" y="112"/>
                </a:cubicBezTo>
                <a:cubicBezTo>
                  <a:pt x="164" y="108"/>
                  <a:pt x="167" y="101"/>
                  <a:pt x="167" y="99"/>
                </a:cubicBezTo>
                <a:cubicBezTo>
                  <a:pt x="167" y="98"/>
                  <a:pt x="169" y="78"/>
                  <a:pt x="169" y="78"/>
                </a:cubicBezTo>
                <a:cubicBezTo>
                  <a:pt x="169" y="78"/>
                  <a:pt x="176" y="63"/>
                  <a:pt x="177" y="60"/>
                </a:cubicBezTo>
                <a:cubicBezTo>
                  <a:pt x="177" y="58"/>
                  <a:pt x="175" y="51"/>
                  <a:pt x="171" y="46"/>
                </a:cubicBezTo>
                <a:cubicBezTo>
                  <a:pt x="163" y="61"/>
                  <a:pt x="157" y="54"/>
                  <a:pt x="151" y="54"/>
                </a:cubicBezTo>
                <a:cubicBezTo>
                  <a:pt x="145" y="54"/>
                  <a:pt x="136" y="39"/>
                  <a:pt x="133" y="39"/>
                </a:cubicBezTo>
                <a:cubicBezTo>
                  <a:pt x="130" y="39"/>
                  <a:pt x="126" y="54"/>
                  <a:pt x="126" y="59"/>
                </a:cubicBezTo>
                <a:cubicBezTo>
                  <a:pt x="126" y="63"/>
                  <a:pt x="117" y="59"/>
                  <a:pt x="114" y="59"/>
                </a:cubicBezTo>
                <a:cubicBezTo>
                  <a:pt x="112" y="59"/>
                  <a:pt x="106" y="45"/>
                  <a:pt x="105" y="41"/>
                </a:cubicBezTo>
                <a:cubicBezTo>
                  <a:pt x="104" y="37"/>
                  <a:pt x="98" y="37"/>
                  <a:pt x="94" y="36"/>
                </a:cubicBezTo>
                <a:cubicBezTo>
                  <a:pt x="90" y="35"/>
                  <a:pt x="94" y="29"/>
                  <a:pt x="98" y="28"/>
                </a:cubicBezTo>
                <a:cubicBezTo>
                  <a:pt x="101" y="27"/>
                  <a:pt x="104" y="22"/>
                  <a:pt x="104" y="22"/>
                </a:cubicBezTo>
                <a:cubicBezTo>
                  <a:pt x="98" y="18"/>
                  <a:pt x="98" y="18"/>
                  <a:pt x="98" y="18"/>
                </a:cubicBezTo>
                <a:cubicBezTo>
                  <a:pt x="78" y="6"/>
                  <a:pt x="78" y="6"/>
                  <a:pt x="78" y="6"/>
                </a:cubicBezTo>
                <a:cubicBezTo>
                  <a:pt x="78" y="6"/>
                  <a:pt x="73" y="6"/>
                  <a:pt x="71" y="3"/>
                </a:cubicBezTo>
                <a:cubicBezTo>
                  <a:pt x="70" y="0"/>
                  <a:pt x="65" y="4"/>
                  <a:pt x="64" y="7"/>
                </a:cubicBezTo>
                <a:cubicBezTo>
                  <a:pt x="63" y="10"/>
                  <a:pt x="61" y="9"/>
                  <a:pt x="57" y="11"/>
                </a:cubicBezTo>
                <a:cubicBezTo>
                  <a:pt x="55" y="12"/>
                  <a:pt x="52" y="13"/>
                  <a:pt x="49" y="13"/>
                </a:cubicBezTo>
                <a:cubicBezTo>
                  <a:pt x="49" y="16"/>
                  <a:pt x="49" y="18"/>
                  <a:pt x="49" y="18"/>
                </a:cubicBezTo>
                <a:cubicBezTo>
                  <a:pt x="43" y="18"/>
                  <a:pt x="43" y="18"/>
                  <a:pt x="43" y="18"/>
                </a:cubicBezTo>
                <a:cubicBezTo>
                  <a:pt x="43" y="18"/>
                  <a:pt x="44" y="35"/>
                  <a:pt x="41" y="39"/>
                </a:cubicBezTo>
                <a:cubicBezTo>
                  <a:pt x="38" y="42"/>
                  <a:pt x="37" y="39"/>
                  <a:pt x="20" y="43"/>
                </a:cubicBezTo>
                <a:cubicBezTo>
                  <a:pt x="4" y="46"/>
                  <a:pt x="12" y="50"/>
                  <a:pt x="19" y="59"/>
                </a:cubicBezTo>
                <a:cubicBezTo>
                  <a:pt x="26" y="69"/>
                  <a:pt x="23" y="77"/>
                  <a:pt x="23" y="77"/>
                </a:cubicBezTo>
                <a:cubicBezTo>
                  <a:pt x="23" y="77"/>
                  <a:pt x="20" y="82"/>
                  <a:pt x="12" y="86"/>
                </a:cubicBezTo>
                <a:cubicBezTo>
                  <a:pt x="4" y="90"/>
                  <a:pt x="8" y="105"/>
                  <a:pt x="8" y="105"/>
                </a:cubicBezTo>
                <a:cubicBezTo>
                  <a:pt x="0" y="109"/>
                  <a:pt x="11" y="119"/>
                  <a:pt x="11" y="119"/>
                </a:cubicBezTo>
                <a:cubicBezTo>
                  <a:pt x="11" y="119"/>
                  <a:pt x="8" y="121"/>
                  <a:pt x="6" y="125"/>
                </a:cubicBezTo>
                <a:cubicBezTo>
                  <a:pt x="4" y="129"/>
                  <a:pt x="11" y="130"/>
                  <a:pt x="11" y="130"/>
                </a:cubicBezTo>
                <a:cubicBezTo>
                  <a:pt x="22" y="142"/>
                  <a:pt x="22" y="142"/>
                  <a:pt x="22" y="142"/>
                </a:cubicBezTo>
                <a:cubicBezTo>
                  <a:pt x="22" y="152"/>
                  <a:pt x="22" y="152"/>
                  <a:pt x="22" y="152"/>
                </a:cubicBezTo>
                <a:cubicBezTo>
                  <a:pt x="22" y="152"/>
                  <a:pt x="18" y="157"/>
                  <a:pt x="12" y="162"/>
                </a:cubicBezTo>
                <a:cubicBezTo>
                  <a:pt x="7" y="167"/>
                  <a:pt x="18" y="171"/>
                  <a:pt x="22" y="169"/>
                </a:cubicBezTo>
                <a:cubicBezTo>
                  <a:pt x="26" y="168"/>
                  <a:pt x="51" y="179"/>
                  <a:pt x="62" y="182"/>
                </a:cubicBezTo>
                <a:cubicBezTo>
                  <a:pt x="72" y="185"/>
                  <a:pt x="123" y="207"/>
                  <a:pt x="144" y="216"/>
                </a:cubicBezTo>
                <a:cubicBezTo>
                  <a:pt x="157" y="221"/>
                  <a:pt x="184" y="233"/>
                  <a:pt x="209" y="244"/>
                </a:cubicBezTo>
                <a:cubicBezTo>
                  <a:pt x="210" y="242"/>
                  <a:pt x="211" y="239"/>
                  <a:pt x="212" y="238"/>
                </a:cubicBezTo>
                <a:cubicBezTo>
                  <a:pt x="216" y="234"/>
                  <a:pt x="218" y="227"/>
                  <a:pt x="218" y="227"/>
                </a:cubicBezTo>
                <a:close/>
              </a:path>
            </a:pathLst>
          </a:custGeom>
          <a:solidFill>
            <a:srgbClr val="A9D538">
              <a:lumMod val="75000"/>
            </a:srgbClr>
          </a:solidFill>
          <a:ln w="9525" cap="flat">
            <a:solidFill>
              <a:srgbClr val="84B22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101" name="Freeform 49">
            <a:extLst>
              <a:ext uri="{FF2B5EF4-FFF2-40B4-BE49-F238E27FC236}">
                <a16:creationId xmlns:a16="http://schemas.microsoft.com/office/drawing/2014/main" id="{370B6E8E-7539-4CA5-DE78-9241653EF5ED}"/>
              </a:ext>
            </a:extLst>
          </p:cNvPr>
          <p:cNvSpPr>
            <a:spLocks/>
          </p:cNvSpPr>
          <p:nvPr/>
        </p:nvSpPr>
        <p:spPr bwMode="auto">
          <a:xfrm>
            <a:off x="2644576" y="3921593"/>
            <a:ext cx="316934" cy="477116"/>
          </a:xfrm>
          <a:custGeom>
            <a:avLst/>
            <a:gdLst/>
            <a:ahLst/>
            <a:cxnLst>
              <a:cxn ang="0">
                <a:pos x="232" y="139"/>
              </a:cxn>
              <a:cxn ang="0">
                <a:pos x="222" y="109"/>
              </a:cxn>
              <a:cxn ang="0">
                <a:pos x="199" y="96"/>
              </a:cxn>
              <a:cxn ang="0">
                <a:pos x="192" y="73"/>
              </a:cxn>
              <a:cxn ang="0">
                <a:pos x="181" y="61"/>
              </a:cxn>
              <a:cxn ang="0">
                <a:pos x="176" y="45"/>
              </a:cxn>
              <a:cxn ang="0">
                <a:pos x="170" y="40"/>
              </a:cxn>
              <a:cxn ang="0">
                <a:pos x="160" y="36"/>
              </a:cxn>
              <a:cxn ang="0">
                <a:pos x="142" y="28"/>
              </a:cxn>
              <a:cxn ang="0">
                <a:pos x="147" y="10"/>
              </a:cxn>
              <a:cxn ang="0">
                <a:pos x="142" y="9"/>
              </a:cxn>
              <a:cxn ang="0">
                <a:pos x="130" y="3"/>
              </a:cxn>
              <a:cxn ang="0">
                <a:pos x="117" y="1"/>
              </a:cxn>
              <a:cxn ang="0">
                <a:pos x="113" y="5"/>
              </a:cxn>
              <a:cxn ang="0">
                <a:pos x="97" y="11"/>
              </a:cxn>
              <a:cxn ang="0">
                <a:pos x="80" y="16"/>
              </a:cxn>
              <a:cxn ang="0">
                <a:pos x="54" y="11"/>
              </a:cxn>
              <a:cxn ang="0">
                <a:pos x="49" y="6"/>
              </a:cxn>
              <a:cxn ang="0">
                <a:pos x="53" y="10"/>
              </a:cxn>
              <a:cxn ang="0">
                <a:pos x="52" y="16"/>
              </a:cxn>
              <a:cxn ang="0">
                <a:pos x="42" y="35"/>
              </a:cxn>
              <a:cxn ang="0">
                <a:pos x="33" y="47"/>
              </a:cxn>
              <a:cxn ang="0">
                <a:pos x="16" y="56"/>
              </a:cxn>
              <a:cxn ang="0">
                <a:pos x="6" y="74"/>
              </a:cxn>
              <a:cxn ang="0">
                <a:pos x="0" y="90"/>
              </a:cxn>
              <a:cxn ang="0">
                <a:pos x="0" y="120"/>
              </a:cxn>
              <a:cxn ang="0">
                <a:pos x="8" y="133"/>
              </a:cxn>
              <a:cxn ang="0">
                <a:pos x="6" y="150"/>
              </a:cxn>
              <a:cxn ang="0">
                <a:pos x="13" y="170"/>
              </a:cxn>
              <a:cxn ang="0">
                <a:pos x="19" y="206"/>
              </a:cxn>
              <a:cxn ang="0">
                <a:pos x="19" y="208"/>
              </a:cxn>
              <a:cxn ang="0">
                <a:pos x="35" y="211"/>
              </a:cxn>
              <a:cxn ang="0">
                <a:pos x="49" y="202"/>
              </a:cxn>
              <a:cxn ang="0">
                <a:pos x="55" y="203"/>
              </a:cxn>
              <a:cxn ang="0">
                <a:pos x="112" y="298"/>
              </a:cxn>
              <a:cxn ang="0">
                <a:pos x="126" y="336"/>
              </a:cxn>
              <a:cxn ang="0">
                <a:pos x="154" y="349"/>
              </a:cxn>
              <a:cxn ang="0">
                <a:pos x="155" y="353"/>
              </a:cxn>
              <a:cxn ang="0">
                <a:pos x="163" y="358"/>
              </a:cxn>
              <a:cxn ang="0">
                <a:pos x="167" y="354"/>
              </a:cxn>
              <a:cxn ang="0">
                <a:pos x="181" y="318"/>
              </a:cxn>
              <a:cxn ang="0">
                <a:pos x="193" y="307"/>
              </a:cxn>
              <a:cxn ang="0">
                <a:pos x="200" y="304"/>
              </a:cxn>
              <a:cxn ang="0">
                <a:pos x="214" y="298"/>
              </a:cxn>
              <a:cxn ang="0">
                <a:pos x="218" y="291"/>
              </a:cxn>
              <a:cxn ang="0">
                <a:pos x="215" y="283"/>
              </a:cxn>
              <a:cxn ang="0">
                <a:pos x="209" y="280"/>
              </a:cxn>
              <a:cxn ang="0">
                <a:pos x="212" y="268"/>
              </a:cxn>
              <a:cxn ang="0">
                <a:pos x="208" y="256"/>
              </a:cxn>
              <a:cxn ang="0">
                <a:pos x="211" y="243"/>
              </a:cxn>
              <a:cxn ang="0">
                <a:pos x="218" y="222"/>
              </a:cxn>
              <a:cxn ang="0">
                <a:pos x="226" y="211"/>
              </a:cxn>
              <a:cxn ang="0">
                <a:pos x="232" y="194"/>
              </a:cxn>
              <a:cxn ang="0">
                <a:pos x="228" y="174"/>
              </a:cxn>
              <a:cxn ang="0">
                <a:pos x="236" y="157"/>
              </a:cxn>
              <a:cxn ang="0">
                <a:pos x="232" y="139"/>
              </a:cxn>
            </a:cxnLst>
            <a:rect l="0" t="0" r="r" b="b"/>
            <a:pathLst>
              <a:path w="238" h="358">
                <a:moveTo>
                  <a:pt x="232" y="139"/>
                </a:moveTo>
                <a:cubicBezTo>
                  <a:pt x="232" y="134"/>
                  <a:pt x="226" y="110"/>
                  <a:pt x="222" y="109"/>
                </a:cubicBezTo>
                <a:cubicBezTo>
                  <a:pt x="218" y="108"/>
                  <a:pt x="205" y="104"/>
                  <a:pt x="199" y="96"/>
                </a:cubicBezTo>
                <a:cubicBezTo>
                  <a:pt x="193" y="89"/>
                  <a:pt x="192" y="73"/>
                  <a:pt x="192" y="73"/>
                </a:cubicBezTo>
                <a:cubicBezTo>
                  <a:pt x="192" y="73"/>
                  <a:pt x="184" y="62"/>
                  <a:pt x="181" y="61"/>
                </a:cubicBezTo>
                <a:cubicBezTo>
                  <a:pt x="178" y="60"/>
                  <a:pt x="176" y="45"/>
                  <a:pt x="176" y="45"/>
                </a:cubicBezTo>
                <a:cubicBezTo>
                  <a:pt x="170" y="40"/>
                  <a:pt x="170" y="40"/>
                  <a:pt x="170" y="40"/>
                </a:cubicBezTo>
                <a:cubicBezTo>
                  <a:pt x="170" y="40"/>
                  <a:pt x="164" y="39"/>
                  <a:pt x="160" y="36"/>
                </a:cubicBezTo>
                <a:cubicBezTo>
                  <a:pt x="156" y="32"/>
                  <a:pt x="144" y="28"/>
                  <a:pt x="142" y="28"/>
                </a:cubicBezTo>
                <a:cubicBezTo>
                  <a:pt x="140" y="28"/>
                  <a:pt x="147" y="10"/>
                  <a:pt x="147" y="10"/>
                </a:cubicBezTo>
                <a:cubicBezTo>
                  <a:pt x="147" y="10"/>
                  <a:pt x="145" y="9"/>
                  <a:pt x="142" y="9"/>
                </a:cubicBezTo>
                <a:cubicBezTo>
                  <a:pt x="138" y="8"/>
                  <a:pt x="134" y="6"/>
                  <a:pt x="130" y="3"/>
                </a:cubicBezTo>
                <a:cubicBezTo>
                  <a:pt x="127" y="0"/>
                  <a:pt x="117" y="1"/>
                  <a:pt x="117" y="1"/>
                </a:cubicBezTo>
                <a:cubicBezTo>
                  <a:pt x="113" y="5"/>
                  <a:pt x="113" y="5"/>
                  <a:pt x="113" y="5"/>
                </a:cubicBezTo>
                <a:cubicBezTo>
                  <a:pt x="113" y="5"/>
                  <a:pt x="103" y="9"/>
                  <a:pt x="97" y="11"/>
                </a:cubicBezTo>
                <a:cubicBezTo>
                  <a:pt x="91" y="13"/>
                  <a:pt x="90" y="14"/>
                  <a:pt x="80" y="16"/>
                </a:cubicBezTo>
                <a:cubicBezTo>
                  <a:pt x="71" y="17"/>
                  <a:pt x="54" y="11"/>
                  <a:pt x="54" y="11"/>
                </a:cubicBezTo>
                <a:cubicBezTo>
                  <a:pt x="54" y="10"/>
                  <a:pt x="52" y="8"/>
                  <a:pt x="49" y="6"/>
                </a:cubicBezTo>
                <a:cubicBezTo>
                  <a:pt x="51" y="8"/>
                  <a:pt x="52" y="9"/>
                  <a:pt x="53" y="10"/>
                </a:cubicBezTo>
                <a:cubicBezTo>
                  <a:pt x="54" y="13"/>
                  <a:pt x="54" y="16"/>
                  <a:pt x="52" y="16"/>
                </a:cubicBezTo>
                <a:cubicBezTo>
                  <a:pt x="46" y="17"/>
                  <a:pt x="41" y="30"/>
                  <a:pt x="42" y="35"/>
                </a:cubicBezTo>
                <a:cubicBezTo>
                  <a:pt x="42" y="40"/>
                  <a:pt x="38" y="45"/>
                  <a:pt x="33" y="47"/>
                </a:cubicBezTo>
                <a:cubicBezTo>
                  <a:pt x="28" y="49"/>
                  <a:pt x="16" y="56"/>
                  <a:pt x="16" y="56"/>
                </a:cubicBezTo>
                <a:cubicBezTo>
                  <a:pt x="16" y="56"/>
                  <a:pt x="12" y="70"/>
                  <a:pt x="6" y="74"/>
                </a:cubicBezTo>
                <a:cubicBezTo>
                  <a:pt x="1" y="78"/>
                  <a:pt x="2" y="84"/>
                  <a:pt x="0" y="9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8" y="128"/>
                  <a:pt x="8" y="133"/>
                </a:cubicBezTo>
                <a:cubicBezTo>
                  <a:pt x="9" y="138"/>
                  <a:pt x="3" y="143"/>
                  <a:pt x="6" y="150"/>
                </a:cubicBezTo>
                <a:cubicBezTo>
                  <a:pt x="8" y="156"/>
                  <a:pt x="13" y="164"/>
                  <a:pt x="13" y="170"/>
                </a:cubicBezTo>
                <a:cubicBezTo>
                  <a:pt x="13" y="176"/>
                  <a:pt x="19" y="201"/>
                  <a:pt x="19" y="206"/>
                </a:cubicBezTo>
                <a:cubicBezTo>
                  <a:pt x="19" y="206"/>
                  <a:pt x="19" y="207"/>
                  <a:pt x="19" y="208"/>
                </a:cubicBezTo>
                <a:cubicBezTo>
                  <a:pt x="25" y="210"/>
                  <a:pt x="33" y="211"/>
                  <a:pt x="35" y="211"/>
                </a:cubicBezTo>
                <a:cubicBezTo>
                  <a:pt x="38" y="211"/>
                  <a:pt x="44" y="206"/>
                  <a:pt x="49" y="202"/>
                </a:cubicBezTo>
                <a:cubicBezTo>
                  <a:pt x="53" y="198"/>
                  <a:pt x="55" y="203"/>
                  <a:pt x="55" y="203"/>
                </a:cubicBezTo>
                <a:cubicBezTo>
                  <a:pt x="112" y="298"/>
                  <a:pt x="112" y="298"/>
                  <a:pt x="112" y="298"/>
                </a:cubicBezTo>
                <a:cubicBezTo>
                  <a:pt x="112" y="298"/>
                  <a:pt x="122" y="332"/>
                  <a:pt x="126" y="336"/>
                </a:cubicBezTo>
                <a:cubicBezTo>
                  <a:pt x="130" y="340"/>
                  <a:pt x="154" y="349"/>
                  <a:pt x="154" y="349"/>
                </a:cubicBezTo>
                <a:cubicBezTo>
                  <a:pt x="155" y="353"/>
                  <a:pt x="155" y="353"/>
                  <a:pt x="155" y="353"/>
                </a:cubicBezTo>
                <a:cubicBezTo>
                  <a:pt x="163" y="358"/>
                  <a:pt x="163" y="358"/>
                  <a:pt x="163" y="358"/>
                </a:cubicBezTo>
                <a:cubicBezTo>
                  <a:pt x="163" y="358"/>
                  <a:pt x="163" y="358"/>
                  <a:pt x="167" y="354"/>
                </a:cubicBezTo>
                <a:cubicBezTo>
                  <a:pt x="171" y="350"/>
                  <a:pt x="179" y="328"/>
                  <a:pt x="181" y="318"/>
                </a:cubicBezTo>
                <a:cubicBezTo>
                  <a:pt x="183" y="308"/>
                  <a:pt x="191" y="306"/>
                  <a:pt x="193" y="307"/>
                </a:cubicBezTo>
                <a:cubicBezTo>
                  <a:pt x="195" y="308"/>
                  <a:pt x="198" y="306"/>
                  <a:pt x="200" y="304"/>
                </a:cubicBezTo>
                <a:cubicBezTo>
                  <a:pt x="202" y="302"/>
                  <a:pt x="209" y="301"/>
                  <a:pt x="214" y="298"/>
                </a:cubicBezTo>
                <a:cubicBezTo>
                  <a:pt x="220" y="295"/>
                  <a:pt x="218" y="293"/>
                  <a:pt x="218" y="291"/>
                </a:cubicBezTo>
                <a:cubicBezTo>
                  <a:pt x="217" y="288"/>
                  <a:pt x="215" y="283"/>
                  <a:pt x="215" y="283"/>
                </a:cubicBezTo>
                <a:cubicBezTo>
                  <a:pt x="215" y="283"/>
                  <a:pt x="211" y="282"/>
                  <a:pt x="209" y="280"/>
                </a:cubicBezTo>
                <a:cubicBezTo>
                  <a:pt x="207" y="279"/>
                  <a:pt x="211" y="273"/>
                  <a:pt x="212" y="268"/>
                </a:cubicBezTo>
                <a:cubicBezTo>
                  <a:pt x="212" y="262"/>
                  <a:pt x="209" y="258"/>
                  <a:pt x="208" y="256"/>
                </a:cubicBezTo>
                <a:cubicBezTo>
                  <a:pt x="206" y="254"/>
                  <a:pt x="207" y="250"/>
                  <a:pt x="211" y="243"/>
                </a:cubicBezTo>
                <a:cubicBezTo>
                  <a:pt x="215" y="236"/>
                  <a:pt x="218" y="228"/>
                  <a:pt x="218" y="222"/>
                </a:cubicBezTo>
                <a:cubicBezTo>
                  <a:pt x="218" y="217"/>
                  <a:pt x="224" y="214"/>
                  <a:pt x="226" y="211"/>
                </a:cubicBezTo>
                <a:cubicBezTo>
                  <a:pt x="228" y="208"/>
                  <a:pt x="228" y="201"/>
                  <a:pt x="232" y="194"/>
                </a:cubicBezTo>
                <a:cubicBezTo>
                  <a:pt x="237" y="188"/>
                  <a:pt x="229" y="180"/>
                  <a:pt x="228" y="174"/>
                </a:cubicBezTo>
                <a:cubicBezTo>
                  <a:pt x="228" y="169"/>
                  <a:pt x="235" y="161"/>
                  <a:pt x="236" y="157"/>
                </a:cubicBezTo>
                <a:cubicBezTo>
                  <a:pt x="238" y="153"/>
                  <a:pt x="232" y="144"/>
                  <a:pt x="232" y="139"/>
                </a:cubicBezTo>
                <a:close/>
              </a:path>
            </a:pathLst>
          </a:custGeom>
          <a:solidFill>
            <a:srgbClr val="EDAB37"/>
          </a:solidFill>
          <a:ln w="9525" cap="flat">
            <a:solidFill>
              <a:srgbClr val="EDAB37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102" name="Freeform 50">
            <a:extLst>
              <a:ext uri="{FF2B5EF4-FFF2-40B4-BE49-F238E27FC236}">
                <a16:creationId xmlns:a16="http://schemas.microsoft.com/office/drawing/2014/main" id="{0092D491-6A44-DCDD-BE3C-4E38A3D01B83}"/>
              </a:ext>
            </a:extLst>
          </p:cNvPr>
          <p:cNvSpPr>
            <a:spLocks/>
          </p:cNvSpPr>
          <p:nvPr/>
        </p:nvSpPr>
        <p:spPr bwMode="auto">
          <a:xfrm>
            <a:off x="2573638" y="4185894"/>
            <a:ext cx="276887" cy="292906"/>
          </a:xfrm>
          <a:custGeom>
            <a:avLst/>
            <a:gdLst/>
            <a:ahLst/>
            <a:cxnLst>
              <a:cxn ang="0">
                <a:pos x="207" y="151"/>
              </a:cxn>
              <a:cxn ang="0">
                <a:pos x="179" y="138"/>
              </a:cxn>
              <a:cxn ang="0">
                <a:pos x="165" y="100"/>
              </a:cxn>
              <a:cxn ang="0">
                <a:pos x="108" y="5"/>
              </a:cxn>
              <a:cxn ang="0">
                <a:pos x="102" y="4"/>
              </a:cxn>
              <a:cxn ang="0">
                <a:pos x="88" y="13"/>
              </a:cxn>
              <a:cxn ang="0">
                <a:pos x="72" y="10"/>
              </a:cxn>
              <a:cxn ang="0">
                <a:pos x="63" y="32"/>
              </a:cxn>
              <a:cxn ang="0">
                <a:pos x="38" y="38"/>
              </a:cxn>
              <a:cxn ang="0">
                <a:pos x="16" y="33"/>
              </a:cxn>
              <a:cxn ang="0">
                <a:pos x="12" y="43"/>
              </a:cxn>
              <a:cxn ang="0">
                <a:pos x="1" y="114"/>
              </a:cxn>
              <a:cxn ang="0">
                <a:pos x="0" y="113"/>
              </a:cxn>
              <a:cxn ang="0">
                <a:pos x="0" y="113"/>
              </a:cxn>
              <a:cxn ang="0">
                <a:pos x="1" y="118"/>
              </a:cxn>
              <a:cxn ang="0">
                <a:pos x="8" y="134"/>
              </a:cxn>
              <a:cxn ang="0">
                <a:pos x="17" y="142"/>
              </a:cxn>
              <a:cxn ang="0">
                <a:pos x="21" y="145"/>
              </a:cxn>
              <a:cxn ang="0">
                <a:pos x="37" y="158"/>
              </a:cxn>
              <a:cxn ang="0">
                <a:pos x="138" y="208"/>
              </a:cxn>
              <a:cxn ang="0">
                <a:pos x="157" y="220"/>
              </a:cxn>
              <a:cxn ang="0">
                <a:pos x="163" y="210"/>
              </a:cxn>
              <a:cxn ang="0">
                <a:pos x="187" y="209"/>
              </a:cxn>
              <a:cxn ang="0">
                <a:pos x="192" y="190"/>
              </a:cxn>
              <a:cxn ang="0">
                <a:pos x="201" y="183"/>
              </a:cxn>
              <a:cxn ang="0">
                <a:pos x="202" y="170"/>
              </a:cxn>
              <a:cxn ang="0">
                <a:pos x="208" y="155"/>
              </a:cxn>
              <a:cxn ang="0">
                <a:pos x="207" y="151"/>
              </a:cxn>
            </a:cxnLst>
            <a:rect l="0" t="0" r="r" b="b"/>
            <a:pathLst>
              <a:path w="208" h="220">
                <a:moveTo>
                  <a:pt x="207" y="151"/>
                </a:moveTo>
                <a:cubicBezTo>
                  <a:pt x="207" y="151"/>
                  <a:pt x="183" y="142"/>
                  <a:pt x="179" y="138"/>
                </a:cubicBezTo>
                <a:cubicBezTo>
                  <a:pt x="175" y="134"/>
                  <a:pt x="165" y="100"/>
                  <a:pt x="165" y="100"/>
                </a:cubicBezTo>
                <a:cubicBezTo>
                  <a:pt x="108" y="5"/>
                  <a:pt x="108" y="5"/>
                  <a:pt x="108" y="5"/>
                </a:cubicBezTo>
                <a:cubicBezTo>
                  <a:pt x="108" y="5"/>
                  <a:pt x="106" y="0"/>
                  <a:pt x="102" y="4"/>
                </a:cubicBezTo>
                <a:cubicBezTo>
                  <a:pt x="97" y="8"/>
                  <a:pt x="91" y="13"/>
                  <a:pt x="88" y="13"/>
                </a:cubicBezTo>
                <a:cubicBezTo>
                  <a:pt x="86" y="13"/>
                  <a:pt x="78" y="12"/>
                  <a:pt x="72" y="10"/>
                </a:cubicBezTo>
                <a:cubicBezTo>
                  <a:pt x="71" y="16"/>
                  <a:pt x="66" y="31"/>
                  <a:pt x="63" y="32"/>
                </a:cubicBezTo>
                <a:cubicBezTo>
                  <a:pt x="59" y="32"/>
                  <a:pt x="45" y="37"/>
                  <a:pt x="38" y="38"/>
                </a:cubicBezTo>
                <a:cubicBezTo>
                  <a:pt x="30" y="38"/>
                  <a:pt x="16" y="33"/>
                  <a:pt x="16" y="33"/>
                </a:cubicBezTo>
                <a:cubicBezTo>
                  <a:pt x="16" y="33"/>
                  <a:pt x="14" y="35"/>
                  <a:pt x="12" y="43"/>
                </a:cubicBezTo>
                <a:cubicBezTo>
                  <a:pt x="11" y="50"/>
                  <a:pt x="1" y="114"/>
                  <a:pt x="1" y="114"/>
                </a:cubicBezTo>
                <a:cubicBezTo>
                  <a:pt x="1" y="114"/>
                  <a:pt x="0" y="114"/>
                  <a:pt x="0" y="113"/>
                </a:cubicBezTo>
                <a:cubicBezTo>
                  <a:pt x="0" y="113"/>
                  <a:pt x="0" y="113"/>
                  <a:pt x="0" y="113"/>
                </a:cubicBezTo>
                <a:cubicBezTo>
                  <a:pt x="1" y="118"/>
                  <a:pt x="1" y="118"/>
                  <a:pt x="1" y="118"/>
                </a:cubicBezTo>
                <a:cubicBezTo>
                  <a:pt x="1" y="118"/>
                  <a:pt x="2" y="128"/>
                  <a:pt x="8" y="134"/>
                </a:cubicBezTo>
                <a:cubicBezTo>
                  <a:pt x="13" y="140"/>
                  <a:pt x="17" y="142"/>
                  <a:pt x="17" y="142"/>
                </a:cubicBezTo>
                <a:cubicBezTo>
                  <a:pt x="21" y="145"/>
                  <a:pt x="21" y="145"/>
                  <a:pt x="21" y="145"/>
                </a:cubicBezTo>
                <a:cubicBezTo>
                  <a:pt x="21" y="145"/>
                  <a:pt x="32" y="156"/>
                  <a:pt x="37" y="158"/>
                </a:cubicBezTo>
                <a:cubicBezTo>
                  <a:pt x="41" y="160"/>
                  <a:pt x="132" y="204"/>
                  <a:pt x="138" y="208"/>
                </a:cubicBezTo>
                <a:cubicBezTo>
                  <a:pt x="144" y="211"/>
                  <a:pt x="157" y="220"/>
                  <a:pt x="157" y="220"/>
                </a:cubicBezTo>
                <a:cubicBezTo>
                  <a:pt x="157" y="220"/>
                  <a:pt x="161" y="210"/>
                  <a:pt x="163" y="210"/>
                </a:cubicBezTo>
                <a:cubicBezTo>
                  <a:pt x="166" y="210"/>
                  <a:pt x="185" y="210"/>
                  <a:pt x="187" y="209"/>
                </a:cubicBezTo>
                <a:cubicBezTo>
                  <a:pt x="189" y="208"/>
                  <a:pt x="188" y="193"/>
                  <a:pt x="192" y="190"/>
                </a:cubicBezTo>
                <a:cubicBezTo>
                  <a:pt x="196" y="188"/>
                  <a:pt x="201" y="183"/>
                  <a:pt x="201" y="183"/>
                </a:cubicBezTo>
                <a:cubicBezTo>
                  <a:pt x="201" y="183"/>
                  <a:pt x="201" y="174"/>
                  <a:pt x="202" y="170"/>
                </a:cubicBezTo>
                <a:cubicBezTo>
                  <a:pt x="203" y="165"/>
                  <a:pt x="208" y="155"/>
                  <a:pt x="208" y="155"/>
                </a:cubicBezTo>
                <a:lnTo>
                  <a:pt x="207" y="151"/>
                </a:lnTo>
                <a:close/>
              </a:path>
            </a:pathLst>
          </a:custGeom>
          <a:solidFill>
            <a:srgbClr val="EDAB37"/>
          </a:solidFill>
          <a:ln w="9525" cap="flat">
            <a:solidFill>
              <a:srgbClr val="EDAB37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103" name="Freeform 52">
            <a:extLst>
              <a:ext uri="{FF2B5EF4-FFF2-40B4-BE49-F238E27FC236}">
                <a16:creationId xmlns:a16="http://schemas.microsoft.com/office/drawing/2014/main" id="{F7FC129B-2792-313F-B9CA-872FC2542C64}"/>
              </a:ext>
            </a:extLst>
          </p:cNvPr>
          <p:cNvSpPr>
            <a:spLocks/>
          </p:cNvSpPr>
          <p:nvPr/>
        </p:nvSpPr>
        <p:spPr bwMode="auto">
          <a:xfrm>
            <a:off x="2585080" y="4101226"/>
            <a:ext cx="1268877" cy="609839"/>
          </a:xfrm>
          <a:custGeom>
            <a:avLst/>
            <a:gdLst/>
            <a:ahLst/>
            <a:cxnLst>
              <a:cxn ang="0">
                <a:pos x="530" y="355"/>
              </a:cxn>
              <a:cxn ang="0">
                <a:pos x="555" y="325"/>
              </a:cxn>
              <a:cxn ang="0">
                <a:pos x="608" y="310"/>
              </a:cxn>
              <a:cxn ang="0">
                <a:pos x="644" y="281"/>
              </a:cxn>
              <a:cxn ang="0">
                <a:pos x="681" y="277"/>
              </a:cxn>
              <a:cxn ang="0">
                <a:pos x="730" y="278"/>
              </a:cxn>
              <a:cxn ang="0">
                <a:pos x="777" y="248"/>
              </a:cxn>
              <a:cxn ang="0">
                <a:pos x="797" y="190"/>
              </a:cxn>
              <a:cxn ang="0">
                <a:pos x="837" y="170"/>
              </a:cxn>
              <a:cxn ang="0">
                <a:pos x="853" y="154"/>
              </a:cxn>
              <a:cxn ang="0">
                <a:pos x="860" y="133"/>
              </a:cxn>
              <a:cxn ang="0">
                <a:pos x="881" y="110"/>
              </a:cxn>
              <a:cxn ang="0">
                <a:pos x="900" y="93"/>
              </a:cxn>
              <a:cxn ang="0">
                <a:pos x="938" y="70"/>
              </a:cxn>
              <a:cxn ang="0">
                <a:pos x="953" y="47"/>
              </a:cxn>
              <a:cxn ang="0">
                <a:pos x="921" y="37"/>
              </a:cxn>
              <a:cxn ang="0">
                <a:pos x="872" y="54"/>
              </a:cxn>
              <a:cxn ang="0">
                <a:pos x="833" y="44"/>
              </a:cxn>
              <a:cxn ang="0">
                <a:pos x="776" y="13"/>
              </a:cxn>
              <a:cxn ang="0">
                <a:pos x="732" y="5"/>
              </a:cxn>
              <a:cxn ang="0">
                <a:pos x="705" y="39"/>
              </a:cxn>
              <a:cxn ang="0">
                <a:pos x="685" y="48"/>
              </a:cxn>
              <a:cxn ang="0">
                <a:pos x="635" y="67"/>
              </a:cxn>
              <a:cxn ang="0">
                <a:pos x="607" y="89"/>
              </a:cxn>
              <a:cxn ang="0">
                <a:pos x="561" y="107"/>
              </a:cxn>
              <a:cxn ang="0">
                <a:pos x="521" y="105"/>
              </a:cxn>
              <a:cxn ang="0">
                <a:pos x="480" y="121"/>
              </a:cxn>
              <a:cxn ang="0">
                <a:pos x="454" y="153"/>
              </a:cxn>
              <a:cxn ang="0">
                <a:pos x="433" y="162"/>
              </a:cxn>
              <a:cxn ang="0">
                <a:pos x="393" y="181"/>
              </a:cxn>
              <a:cxn ang="0">
                <a:pos x="401" y="201"/>
              </a:cxn>
              <a:cxn ang="0">
                <a:pos x="404" y="231"/>
              </a:cxn>
              <a:cxn ang="0">
                <a:pos x="375" y="227"/>
              </a:cxn>
              <a:cxn ang="0">
                <a:pos x="351" y="235"/>
              </a:cxn>
              <a:cxn ang="0">
                <a:pos x="337" y="220"/>
              </a:cxn>
              <a:cxn ang="0">
                <a:pos x="327" y="209"/>
              </a:cxn>
              <a:cxn ang="0">
                <a:pos x="315" y="189"/>
              </a:cxn>
              <a:cxn ang="0">
                <a:pos x="297" y="171"/>
              </a:cxn>
              <a:cxn ang="0">
                <a:pos x="277" y="152"/>
              </a:cxn>
              <a:cxn ang="0">
                <a:pos x="260" y="148"/>
              </a:cxn>
              <a:cxn ang="0">
                <a:pos x="259" y="163"/>
              </a:cxn>
              <a:cxn ang="0">
                <a:pos x="238" y="172"/>
              </a:cxn>
              <a:cxn ang="0">
                <a:pos x="212" y="219"/>
              </a:cxn>
              <a:cxn ang="0">
                <a:pos x="200" y="218"/>
              </a:cxn>
              <a:cxn ang="0">
                <a:pos x="193" y="246"/>
              </a:cxn>
              <a:cxn ang="0">
                <a:pos x="179" y="272"/>
              </a:cxn>
              <a:cxn ang="0">
                <a:pos x="149" y="283"/>
              </a:cxn>
              <a:cxn ang="0">
                <a:pos x="29" y="221"/>
              </a:cxn>
              <a:cxn ang="0">
                <a:pos x="9" y="205"/>
              </a:cxn>
              <a:cxn ang="0">
                <a:pos x="0" y="222"/>
              </a:cxn>
              <a:cxn ang="0">
                <a:pos x="153" y="300"/>
              </a:cxn>
              <a:cxn ang="0">
                <a:pos x="300" y="400"/>
              </a:cxn>
              <a:cxn ang="0">
                <a:pos x="389" y="449"/>
              </a:cxn>
              <a:cxn ang="0">
                <a:pos x="397" y="458"/>
              </a:cxn>
              <a:cxn ang="0">
                <a:pos x="495" y="371"/>
              </a:cxn>
            </a:cxnLst>
            <a:rect l="0" t="0" r="r" b="b"/>
            <a:pathLst>
              <a:path w="954" h="458">
                <a:moveTo>
                  <a:pt x="495" y="371"/>
                </a:moveTo>
                <a:cubicBezTo>
                  <a:pt x="512" y="367"/>
                  <a:pt x="526" y="359"/>
                  <a:pt x="530" y="355"/>
                </a:cubicBezTo>
                <a:cubicBezTo>
                  <a:pt x="534" y="352"/>
                  <a:pt x="535" y="339"/>
                  <a:pt x="540" y="339"/>
                </a:cubicBezTo>
                <a:cubicBezTo>
                  <a:pt x="545" y="339"/>
                  <a:pt x="545" y="334"/>
                  <a:pt x="555" y="325"/>
                </a:cubicBezTo>
                <a:cubicBezTo>
                  <a:pt x="565" y="317"/>
                  <a:pt x="579" y="314"/>
                  <a:pt x="585" y="317"/>
                </a:cubicBezTo>
                <a:cubicBezTo>
                  <a:pt x="591" y="319"/>
                  <a:pt x="604" y="310"/>
                  <a:pt x="608" y="310"/>
                </a:cubicBezTo>
                <a:cubicBezTo>
                  <a:pt x="612" y="310"/>
                  <a:pt x="629" y="304"/>
                  <a:pt x="634" y="303"/>
                </a:cubicBezTo>
                <a:cubicBezTo>
                  <a:pt x="639" y="301"/>
                  <a:pt x="644" y="281"/>
                  <a:pt x="644" y="281"/>
                </a:cubicBezTo>
                <a:cubicBezTo>
                  <a:pt x="661" y="271"/>
                  <a:pt x="661" y="271"/>
                  <a:pt x="661" y="271"/>
                </a:cubicBezTo>
                <a:cubicBezTo>
                  <a:pt x="666" y="281"/>
                  <a:pt x="676" y="279"/>
                  <a:pt x="681" y="277"/>
                </a:cubicBezTo>
                <a:cubicBezTo>
                  <a:pt x="687" y="274"/>
                  <a:pt x="697" y="281"/>
                  <a:pt x="705" y="281"/>
                </a:cubicBezTo>
                <a:cubicBezTo>
                  <a:pt x="713" y="281"/>
                  <a:pt x="721" y="281"/>
                  <a:pt x="730" y="278"/>
                </a:cubicBezTo>
                <a:cubicBezTo>
                  <a:pt x="739" y="275"/>
                  <a:pt x="743" y="259"/>
                  <a:pt x="747" y="254"/>
                </a:cubicBezTo>
                <a:cubicBezTo>
                  <a:pt x="752" y="249"/>
                  <a:pt x="773" y="248"/>
                  <a:pt x="777" y="248"/>
                </a:cubicBezTo>
                <a:cubicBezTo>
                  <a:pt x="781" y="248"/>
                  <a:pt x="778" y="221"/>
                  <a:pt x="778" y="219"/>
                </a:cubicBezTo>
                <a:cubicBezTo>
                  <a:pt x="778" y="216"/>
                  <a:pt x="786" y="198"/>
                  <a:pt x="797" y="190"/>
                </a:cubicBezTo>
                <a:cubicBezTo>
                  <a:pt x="809" y="182"/>
                  <a:pt x="818" y="189"/>
                  <a:pt x="823" y="181"/>
                </a:cubicBezTo>
                <a:cubicBezTo>
                  <a:pt x="827" y="173"/>
                  <a:pt x="834" y="173"/>
                  <a:pt x="837" y="170"/>
                </a:cubicBezTo>
                <a:cubicBezTo>
                  <a:pt x="840" y="168"/>
                  <a:pt x="843" y="166"/>
                  <a:pt x="847" y="166"/>
                </a:cubicBezTo>
                <a:cubicBezTo>
                  <a:pt x="851" y="167"/>
                  <a:pt x="850" y="158"/>
                  <a:pt x="853" y="154"/>
                </a:cubicBezTo>
                <a:cubicBezTo>
                  <a:pt x="856" y="149"/>
                  <a:pt x="856" y="143"/>
                  <a:pt x="856" y="143"/>
                </a:cubicBezTo>
                <a:cubicBezTo>
                  <a:pt x="856" y="143"/>
                  <a:pt x="854" y="138"/>
                  <a:pt x="860" y="133"/>
                </a:cubicBezTo>
                <a:cubicBezTo>
                  <a:pt x="867" y="129"/>
                  <a:pt x="869" y="121"/>
                  <a:pt x="873" y="119"/>
                </a:cubicBezTo>
                <a:cubicBezTo>
                  <a:pt x="877" y="116"/>
                  <a:pt x="881" y="110"/>
                  <a:pt x="881" y="110"/>
                </a:cubicBezTo>
                <a:cubicBezTo>
                  <a:pt x="892" y="108"/>
                  <a:pt x="891" y="101"/>
                  <a:pt x="892" y="97"/>
                </a:cubicBezTo>
                <a:cubicBezTo>
                  <a:pt x="893" y="93"/>
                  <a:pt x="896" y="93"/>
                  <a:pt x="900" y="93"/>
                </a:cubicBezTo>
                <a:cubicBezTo>
                  <a:pt x="904" y="93"/>
                  <a:pt x="917" y="82"/>
                  <a:pt x="917" y="82"/>
                </a:cubicBezTo>
                <a:cubicBezTo>
                  <a:pt x="922" y="81"/>
                  <a:pt x="931" y="73"/>
                  <a:pt x="938" y="70"/>
                </a:cubicBezTo>
                <a:cubicBezTo>
                  <a:pt x="945" y="67"/>
                  <a:pt x="949" y="68"/>
                  <a:pt x="952" y="62"/>
                </a:cubicBezTo>
                <a:cubicBezTo>
                  <a:pt x="954" y="59"/>
                  <a:pt x="954" y="52"/>
                  <a:pt x="953" y="47"/>
                </a:cubicBezTo>
                <a:cubicBezTo>
                  <a:pt x="949" y="50"/>
                  <a:pt x="945" y="51"/>
                  <a:pt x="943" y="51"/>
                </a:cubicBezTo>
                <a:cubicBezTo>
                  <a:pt x="939" y="50"/>
                  <a:pt x="927" y="41"/>
                  <a:pt x="921" y="37"/>
                </a:cubicBezTo>
                <a:cubicBezTo>
                  <a:pt x="915" y="33"/>
                  <a:pt x="895" y="37"/>
                  <a:pt x="890" y="38"/>
                </a:cubicBezTo>
                <a:cubicBezTo>
                  <a:pt x="885" y="39"/>
                  <a:pt x="872" y="54"/>
                  <a:pt x="872" y="54"/>
                </a:cubicBezTo>
                <a:cubicBezTo>
                  <a:pt x="872" y="54"/>
                  <a:pt x="869" y="55"/>
                  <a:pt x="865" y="52"/>
                </a:cubicBezTo>
                <a:cubicBezTo>
                  <a:pt x="861" y="49"/>
                  <a:pt x="845" y="47"/>
                  <a:pt x="833" y="44"/>
                </a:cubicBezTo>
                <a:cubicBezTo>
                  <a:pt x="821" y="41"/>
                  <a:pt x="819" y="30"/>
                  <a:pt x="813" y="24"/>
                </a:cubicBezTo>
                <a:cubicBezTo>
                  <a:pt x="807" y="18"/>
                  <a:pt x="790" y="15"/>
                  <a:pt x="776" y="13"/>
                </a:cubicBezTo>
                <a:cubicBezTo>
                  <a:pt x="762" y="11"/>
                  <a:pt x="759" y="3"/>
                  <a:pt x="755" y="4"/>
                </a:cubicBezTo>
                <a:cubicBezTo>
                  <a:pt x="751" y="5"/>
                  <a:pt x="738" y="0"/>
                  <a:pt x="732" y="5"/>
                </a:cubicBezTo>
                <a:cubicBezTo>
                  <a:pt x="726" y="9"/>
                  <a:pt x="716" y="13"/>
                  <a:pt x="713" y="15"/>
                </a:cubicBezTo>
                <a:cubicBezTo>
                  <a:pt x="711" y="17"/>
                  <a:pt x="705" y="39"/>
                  <a:pt x="705" y="39"/>
                </a:cubicBezTo>
                <a:cubicBezTo>
                  <a:pt x="705" y="39"/>
                  <a:pt x="701" y="44"/>
                  <a:pt x="695" y="44"/>
                </a:cubicBezTo>
                <a:cubicBezTo>
                  <a:pt x="689" y="44"/>
                  <a:pt x="687" y="45"/>
                  <a:pt x="685" y="48"/>
                </a:cubicBezTo>
                <a:cubicBezTo>
                  <a:pt x="683" y="51"/>
                  <a:pt x="673" y="57"/>
                  <a:pt x="669" y="64"/>
                </a:cubicBezTo>
                <a:cubicBezTo>
                  <a:pt x="664" y="71"/>
                  <a:pt x="646" y="67"/>
                  <a:pt x="635" y="67"/>
                </a:cubicBezTo>
                <a:cubicBezTo>
                  <a:pt x="625" y="66"/>
                  <a:pt x="628" y="71"/>
                  <a:pt x="626" y="78"/>
                </a:cubicBezTo>
                <a:cubicBezTo>
                  <a:pt x="624" y="85"/>
                  <a:pt x="614" y="85"/>
                  <a:pt x="607" y="89"/>
                </a:cubicBezTo>
                <a:cubicBezTo>
                  <a:pt x="601" y="93"/>
                  <a:pt x="592" y="105"/>
                  <a:pt x="592" y="105"/>
                </a:cubicBezTo>
                <a:cubicBezTo>
                  <a:pt x="592" y="105"/>
                  <a:pt x="572" y="106"/>
                  <a:pt x="561" y="107"/>
                </a:cubicBezTo>
                <a:cubicBezTo>
                  <a:pt x="549" y="107"/>
                  <a:pt x="548" y="103"/>
                  <a:pt x="543" y="102"/>
                </a:cubicBezTo>
                <a:cubicBezTo>
                  <a:pt x="537" y="101"/>
                  <a:pt x="525" y="102"/>
                  <a:pt x="521" y="105"/>
                </a:cubicBezTo>
                <a:cubicBezTo>
                  <a:pt x="518" y="107"/>
                  <a:pt x="504" y="107"/>
                  <a:pt x="495" y="107"/>
                </a:cubicBezTo>
                <a:cubicBezTo>
                  <a:pt x="487" y="107"/>
                  <a:pt x="481" y="113"/>
                  <a:pt x="480" y="121"/>
                </a:cubicBezTo>
                <a:cubicBezTo>
                  <a:pt x="479" y="130"/>
                  <a:pt x="470" y="138"/>
                  <a:pt x="466" y="140"/>
                </a:cubicBezTo>
                <a:cubicBezTo>
                  <a:pt x="462" y="142"/>
                  <a:pt x="460" y="151"/>
                  <a:pt x="454" y="153"/>
                </a:cubicBezTo>
                <a:cubicBezTo>
                  <a:pt x="448" y="155"/>
                  <a:pt x="445" y="158"/>
                  <a:pt x="444" y="160"/>
                </a:cubicBezTo>
                <a:cubicBezTo>
                  <a:pt x="443" y="162"/>
                  <a:pt x="433" y="162"/>
                  <a:pt x="433" y="162"/>
                </a:cubicBezTo>
                <a:cubicBezTo>
                  <a:pt x="427" y="166"/>
                  <a:pt x="421" y="168"/>
                  <a:pt x="414" y="169"/>
                </a:cubicBezTo>
                <a:cubicBezTo>
                  <a:pt x="407" y="169"/>
                  <a:pt x="395" y="179"/>
                  <a:pt x="393" y="181"/>
                </a:cubicBezTo>
                <a:cubicBezTo>
                  <a:pt x="391" y="184"/>
                  <a:pt x="395" y="189"/>
                  <a:pt x="399" y="192"/>
                </a:cubicBezTo>
                <a:cubicBezTo>
                  <a:pt x="403" y="195"/>
                  <a:pt x="404" y="199"/>
                  <a:pt x="401" y="201"/>
                </a:cubicBezTo>
                <a:cubicBezTo>
                  <a:pt x="399" y="203"/>
                  <a:pt x="398" y="213"/>
                  <a:pt x="398" y="213"/>
                </a:cubicBezTo>
                <a:cubicBezTo>
                  <a:pt x="406" y="214"/>
                  <a:pt x="404" y="231"/>
                  <a:pt x="404" y="231"/>
                </a:cubicBezTo>
                <a:cubicBezTo>
                  <a:pt x="399" y="232"/>
                  <a:pt x="384" y="241"/>
                  <a:pt x="384" y="241"/>
                </a:cubicBezTo>
                <a:cubicBezTo>
                  <a:pt x="382" y="239"/>
                  <a:pt x="377" y="233"/>
                  <a:pt x="375" y="227"/>
                </a:cubicBezTo>
                <a:cubicBezTo>
                  <a:pt x="374" y="222"/>
                  <a:pt x="371" y="223"/>
                  <a:pt x="367" y="225"/>
                </a:cubicBezTo>
                <a:cubicBezTo>
                  <a:pt x="363" y="227"/>
                  <a:pt x="356" y="230"/>
                  <a:pt x="351" y="235"/>
                </a:cubicBezTo>
                <a:cubicBezTo>
                  <a:pt x="345" y="239"/>
                  <a:pt x="343" y="229"/>
                  <a:pt x="341" y="229"/>
                </a:cubicBezTo>
                <a:cubicBezTo>
                  <a:pt x="338" y="228"/>
                  <a:pt x="337" y="220"/>
                  <a:pt x="337" y="220"/>
                </a:cubicBezTo>
                <a:cubicBezTo>
                  <a:pt x="337" y="220"/>
                  <a:pt x="334" y="219"/>
                  <a:pt x="333" y="211"/>
                </a:cubicBezTo>
                <a:cubicBezTo>
                  <a:pt x="331" y="203"/>
                  <a:pt x="329" y="208"/>
                  <a:pt x="327" y="209"/>
                </a:cubicBezTo>
                <a:cubicBezTo>
                  <a:pt x="324" y="211"/>
                  <a:pt x="318" y="203"/>
                  <a:pt x="317" y="200"/>
                </a:cubicBezTo>
                <a:cubicBezTo>
                  <a:pt x="315" y="197"/>
                  <a:pt x="313" y="197"/>
                  <a:pt x="315" y="189"/>
                </a:cubicBezTo>
                <a:cubicBezTo>
                  <a:pt x="317" y="181"/>
                  <a:pt x="313" y="182"/>
                  <a:pt x="310" y="181"/>
                </a:cubicBezTo>
                <a:cubicBezTo>
                  <a:pt x="307" y="181"/>
                  <a:pt x="297" y="174"/>
                  <a:pt x="297" y="171"/>
                </a:cubicBezTo>
                <a:cubicBezTo>
                  <a:pt x="297" y="169"/>
                  <a:pt x="291" y="167"/>
                  <a:pt x="289" y="165"/>
                </a:cubicBezTo>
                <a:cubicBezTo>
                  <a:pt x="286" y="162"/>
                  <a:pt x="277" y="152"/>
                  <a:pt x="277" y="152"/>
                </a:cubicBezTo>
                <a:cubicBezTo>
                  <a:pt x="268" y="151"/>
                  <a:pt x="268" y="151"/>
                  <a:pt x="268" y="151"/>
                </a:cubicBezTo>
                <a:cubicBezTo>
                  <a:pt x="260" y="148"/>
                  <a:pt x="260" y="148"/>
                  <a:pt x="260" y="148"/>
                </a:cubicBezTo>
                <a:cubicBezTo>
                  <a:pt x="260" y="148"/>
                  <a:pt x="262" y="153"/>
                  <a:pt x="263" y="156"/>
                </a:cubicBezTo>
                <a:cubicBezTo>
                  <a:pt x="263" y="158"/>
                  <a:pt x="265" y="160"/>
                  <a:pt x="259" y="163"/>
                </a:cubicBezTo>
                <a:cubicBezTo>
                  <a:pt x="254" y="166"/>
                  <a:pt x="247" y="167"/>
                  <a:pt x="245" y="169"/>
                </a:cubicBezTo>
                <a:cubicBezTo>
                  <a:pt x="243" y="171"/>
                  <a:pt x="240" y="173"/>
                  <a:pt x="238" y="172"/>
                </a:cubicBezTo>
                <a:cubicBezTo>
                  <a:pt x="236" y="171"/>
                  <a:pt x="228" y="173"/>
                  <a:pt x="226" y="183"/>
                </a:cubicBezTo>
                <a:cubicBezTo>
                  <a:pt x="224" y="193"/>
                  <a:pt x="216" y="215"/>
                  <a:pt x="212" y="219"/>
                </a:cubicBezTo>
                <a:cubicBezTo>
                  <a:pt x="208" y="223"/>
                  <a:pt x="208" y="223"/>
                  <a:pt x="208" y="223"/>
                </a:cubicBezTo>
                <a:cubicBezTo>
                  <a:pt x="200" y="218"/>
                  <a:pt x="200" y="218"/>
                  <a:pt x="200" y="218"/>
                </a:cubicBezTo>
                <a:cubicBezTo>
                  <a:pt x="199" y="218"/>
                  <a:pt x="195" y="228"/>
                  <a:pt x="194" y="233"/>
                </a:cubicBezTo>
                <a:cubicBezTo>
                  <a:pt x="193" y="237"/>
                  <a:pt x="193" y="246"/>
                  <a:pt x="193" y="246"/>
                </a:cubicBezTo>
                <a:cubicBezTo>
                  <a:pt x="193" y="246"/>
                  <a:pt x="188" y="251"/>
                  <a:pt x="184" y="253"/>
                </a:cubicBezTo>
                <a:cubicBezTo>
                  <a:pt x="180" y="256"/>
                  <a:pt x="181" y="271"/>
                  <a:pt x="179" y="272"/>
                </a:cubicBezTo>
                <a:cubicBezTo>
                  <a:pt x="177" y="273"/>
                  <a:pt x="158" y="273"/>
                  <a:pt x="155" y="273"/>
                </a:cubicBezTo>
                <a:cubicBezTo>
                  <a:pt x="153" y="273"/>
                  <a:pt x="149" y="283"/>
                  <a:pt x="149" y="283"/>
                </a:cubicBezTo>
                <a:cubicBezTo>
                  <a:pt x="149" y="283"/>
                  <a:pt x="136" y="274"/>
                  <a:pt x="130" y="271"/>
                </a:cubicBezTo>
                <a:cubicBezTo>
                  <a:pt x="124" y="267"/>
                  <a:pt x="33" y="223"/>
                  <a:pt x="29" y="221"/>
                </a:cubicBezTo>
                <a:cubicBezTo>
                  <a:pt x="24" y="219"/>
                  <a:pt x="13" y="208"/>
                  <a:pt x="13" y="208"/>
                </a:cubicBezTo>
                <a:cubicBezTo>
                  <a:pt x="9" y="205"/>
                  <a:pt x="9" y="205"/>
                  <a:pt x="9" y="205"/>
                </a:cubicBezTo>
                <a:cubicBezTo>
                  <a:pt x="9" y="205"/>
                  <a:pt x="7" y="212"/>
                  <a:pt x="3" y="216"/>
                </a:cubicBezTo>
                <a:cubicBezTo>
                  <a:pt x="2" y="217"/>
                  <a:pt x="1" y="220"/>
                  <a:pt x="0" y="222"/>
                </a:cubicBezTo>
                <a:cubicBezTo>
                  <a:pt x="16" y="229"/>
                  <a:pt x="32" y="236"/>
                  <a:pt x="41" y="240"/>
                </a:cubicBezTo>
                <a:cubicBezTo>
                  <a:pt x="65" y="250"/>
                  <a:pt x="121" y="279"/>
                  <a:pt x="153" y="300"/>
                </a:cubicBezTo>
                <a:cubicBezTo>
                  <a:pt x="184" y="321"/>
                  <a:pt x="229" y="351"/>
                  <a:pt x="244" y="367"/>
                </a:cubicBezTo>
                <a:cubicBezTo>
                  <a:pt x="259" y="383"/>
                  <a:pt x="285" y="393"/>
                  <a:pt x="300" y="400"/>
                </a:cubicBezTo>
                <a:cubicBezTo>
                  <a:pt x="315" y="407"/>
                  <a:pt x="367" y="431"/>
                  <a:pt x="370" y="434"/>
                </a:cubicBezTo>
                <a:cubicBezTo>
                  <a:pt x="373" y="437"/>
                  <a:pt x="387" y="449"/>
                  <a:pt x="389" y="449"/>
                </a:cubicBezTo>
                <a:cubicBezTo>
                  <a:pt x="392" y="449"/>
                  <a:pt x="397" y="455"/>
                  <a:pt x="397" y="458"/>
                </a:cubicBezTo>
                <a:cubicBezTo>
                  <a:pt x="397" y="458"/>
                  <a:pt x="397" y="458"/>
                  <a:pt x="397" y="458"/>
                </a:cubicBezTo>
                <a:cubicBezTo>
                  <a:pt x="477" y="375"/>
                  <a:pt x="477" y="375"/>
                  <a:pt x="477" y="375"/>
                </a:cubicBezTo>
                <a:cubicBezTo>
                  <a:pt x="477" y="375"/>
                  <a:pt x="477" y="375"/>
                  <a:pt x="495" y="371"/>
                </a:cubicBezTo>
                <a:close/>
              </a:path>
            </a:pathLst>
          </a:custGeom>
          <a:solidFill>
            <a:srgbClr val="EDAB37"/>
          </a:solidFill>
          <a:ln w="9525" cap="flat">
            <a:solidFill>
              <a:srgbClr val="EDAB37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104" name="Freeform 53">
            <a:extLst>
              <a:ext uri="{FF2B5EF4-FFF2-40B4-BE49-F238E27FC236}">
                <a16:creationId xmlns:a16="http://schemas.microsoft.com/office/drawing/2014/main" id="{E0709E3C-91FF-E420-3B94-B96857917F76}"/>
              </a:ext>
            </a:extLst>
          </p:cNvPr>
          <p:cNvSpPr>
            <a:spLocks/>
          </p:cNvSpPr>
          <p:nvPr/>
        </p:nvSpPr>
        <p:spPr bwMode="auto">
          <a:xfrm>
            <a:off x="3112539" y="4161866"/>
            <a:ext cx="813500" cy="715102"/>
          </a:xfrm>
          <a:custGeom>
            <a:avLst/>
            <a:gdLst/>
            <a:ahLst/>
            <a:cxnLst>
              <a:cxn ang="0">
                <a:pos x="134" y="501"/>
              </a:cxn>
              <a:cxn ang="0">
                <a:pos x="216" y="440"/>
              </a:cxn>
              <a:cxn ang="0">
                <a:pos x="254" y="410"/>
              </a:cxn>
              <a:cxn ang="0">
                <a:pos x="277" y="413"/>
              </a:cxn>
              <a:cxn ang="0">
                <a:pos x="309" y="375"/>
              </a:cxn>
              <a:cxn ang="0">
                <a:pos x="377" y="358"/>
              </a:cxn>
              <a:cxn ang="0">
                <a:pos x="408" y="317"/>
              </a:cxn>
              <a:cxn ang="0">
                <a:pos x="452" y="291"/>
              </a:cxn>
              <a:cxn ang="0">
                <a:pos x="501" y="254"/>
              </a:cxn>
              <a:cxn ang="0">
                <a:pos x="550" y="207"/>
              </a:cxn>
              <a:cxn ang="0">
                <a:pos x="569" y="153"/>
              </a:cxn>
              <a:cxn ang="0">
                <a:pos x="602" y="111"/>
              </a:cxn>
              <a:cxn ang="0">
                <a:pos x="602" y="92"/>
              </a:cxn>
              <a:cxn ang="0">
                <a:pos x="579" y="31"/>
              </a:cxn>
              <a:cxn ang="0">
                <a:pos x="560" y="0"/>
              </a:cxn>
              <a:cxn ang="0">
                <a:pos x="556" y="2"/>
              </a:cxn>
              <a:cxn ang="0">
                <a:pos x="541" y="25"/>
              </a:cxn>
              <a:cxn ang="0">
                <a:pos x="503" y="48"/>
              </a:cxn>
              <a:cxn ang="0">
                <a:pos x="484" y="65"/>
              </a:cxn>
              <a:cxn ang="0">
                <a:pos x="463" y="88"/>
              </a:cxn>
              <a:cxn ang="0">
                <a:pos x="456" y="109"/>
              </a:cxn>
              <a:cxn ang="0">
                <a:pos x="440" y="125"/>
              </a:cxn>
              <a:cxn ang="0">
                <a:pos x="400" y="145"/>
              </a:cxn>
              <a:cxn ang="0">
                <a:pos x="380" y="203"/>
              </a:cxn>
              <a:cxn ang="0">
                <a:pos x="333" y="233"/>
              </a:cxn>
              <a:cxn ang="0">
                <a:pos x="284" y="232"/>
              </a:cxn>
              <a:cxn ang="0">
                <a:pos x="247" y="236"/>
              </a:cxn>
              <a:cxn ang="0">
                <a:pos x="211" y="265"/>
              </a:cxn>
              <a:cxn ang="0">
                <a:pos x="158" y="280"/>
              </a:cxn>
              <a:cxn ang="0">
                <a:pos x="133" y="310"/>
              </a:cxn>
              <a:cxn ang="0">
                <a:pos x="80" y="330"/>
              </a:cxn>
              <a:cxn ang="0">
                <a:pos x="11" y="427"/>
              </a:cxn>
              <a:cxn ang="0">
                <a:pos x="30" y="454"/>
              </a:cxn>
              <a:cxn ang="0">
                <a:pos x="41" y="479"/>
              </a:cxn>
              <a:cxn ang="0">
                <a:pos x="50" y="496"/>
              </a:cxn>
              <a:cxn ang="0">
                <a:pos x="69" y="509"/>
              </a:cxn>
              <a:cxn ang="0">
                <a:pos x="86" y="534"/>
              </a:cxn>
              <a:cxn ang="0">
                <a:pos x="90" y="538"/>
              </a:cxn>
            </a:cxnLst>
            <a:rect l="0" t="0" r="r" b="b"/>
            <a:pathLst>
              <a:path w="611" h="538">
                <a:moveTo>
                  <a:pt x="107" y="525"/>
                </a:moveTo>
                <a:cubicBezTo>
                  <a:pt x="116" y="515"/>
                  <a:pt x="128" y="514"/>
                  <a:pt x="134" y="501"/>
                </a:cubicBezTo>
                <a:cubicBezTo>
                  <a:pt x="140" y="488"/>
                  <a:pt x="151" y="478"/>
                  <a:pt x="169" y="470"/>
                </a:cubicBezTo>
                <a:cubicBezTo>
                  <a:pt x="187" y="462"/>
                  <a:pt x="210" y="448"/>
                  <a:pt x="216" y="440"/>
                </a:cubicBezTo>
                <a:cubicBezTo>
                  <a:pt x="222" y="432"/>
                  <a:pt x="242" y="422"/>
                  <a:pt x="246" y="421"/>
                </a:cubicBezTo>
                <a:cubicBezTo>
                  <a:pt x="250" y="420"/>
                  <a:pt x="256" y="415"/>
                  <a:pt x="254" y="410"/>
                </a:cubicBezTo>
                <a:cubicBezTo>
                  <a:pt x="252" y="405"/>
                  <a:pt x="259" y="406"/>
                  <a:pt x="264" y="410"/>
                </a:cubicBezTo>
                <a:cubicBezTo>
                  <a:pt x="269" y="414"/>
                  <a:pt x="274" y="416"/>
                  <a:pt x="277" y="413"/>
                </a:cubicBezTo>
                <a:cubicBezTo>
                  <a:pt x="280" y="410"/>
                  <a:pt x="293" y="405"/>
                  <a:pt x="296" y="397"/>
                </a:cubicBezTo>
                <a:cubicBezTo>
                  <a:pt x="299" y="389"/>
                  <a:pt x="303" y="381"/>
                  <a:pt x="309" y="375"/>
                </a:cubicBezTo>
                <a:cubicBezTo>
                  <a:pt x="315" y="369"/>
                  <a:pt x="328" y="373"/>
                  <a:pt x="343" y="370"/>
                </a:cubicBezTo>
                <a:cubicBezTo>
                  <a:pt x="358" y="367"/>
                  <a:pt x="372" y="360"/>
                  <a:pt x="377" y="358"/>
                </a:cubicBezTo>
                <a:cubicBezTo>
                  <a:pt x="382" y="356"/>
                  <a:pt x="386" y="340"/>
                  <a:pt x="392" y="334"/>
                </a:cubicBezTo>
                <a:cubicBezTo>
                  <a:pt x="398" y="328"/>
                  <a:pt x="403" y="324"/>
                  <a:pt x="408" y="317"/>
                </a:cubicBezTo>
                <a:cubicBezTo>
                  <a:pt x="413" y="310"/>
                  <a:pt x="424" y="310"/>
                  <a:pt x="426" y="304"/>
                </a:cubicBezTo>
                <a:cubicBezTo>
                  <a:pt x="428" y="298"/>
                  <a:pt x="438" y="294"/>
                  <a:pt x="452" y="291"/>
                </a:cubicBezTo>
                <a:cubicBezTo>
                  <a:pt x="466" y="288"/>
                  <a:pt x="478" y="273"/>
                  <a:pt x="484" y="268"/>
                </a:cubicBezTo>
                <a:cubicBezTo>
                  <a:pt x="490" y="263"/>
                  <a:pt x="494" y="254"/>
                  <a:pt x="501" y="254"/>
                </a:cubicBezTo>
                <a:cubicBezTo>
                  <a:pt x="508" y="254"/>
                  <a:pt x="530" y="231"/>
                  <a:pt x="535" y="223"/>
                </a:cubicBezTo>
                <a:cubicBezTo>
                  <a:pt x="540" y="215"/>
                  <a:pt x="543" y="215"/>
                  <a:pt x="550" y="207"/>
                </a:cubicBezTo>
                <a:cubicBezTo>
                  <a:pt x="557" y="199"/>
                  <a:pt x="563" y="177"/>
                  <a:pt x="562" y="171"/>
                </a:cubicBezTo>
                <a:cubicBezTo>
                  <a:pt x="561" y="165"/>
                  <a:pt x="560" y="158"/>
                  <a:pt x="569" y="153"/>
                </a:cubicBezTo>
                <a:cubicBezTo>
                  <a:pt x="578" y="148"/>
                  <a:pt x="588" y="130"/>
                  <a:pt x="589" y="122"/>
                </a:cubicBezTo>
                <a:cubicBezTo>
                  <a:pt x="590" y="114"/>
                  <a:pt x="594" y="111"/>
                  <a:pt x="602" y="111"/>
                </a:cubicBezTo>
                <a:cubicBezTo>
                  <a:pt x="606" y="111"/>
                  <a:pt x="609" y="106"/>
                  <a:pt x="611" y="101"/>
                </a:cubicBezTo>
                <a:cubicBezTo>
                  <a:pt x="609" y="100"/>
                  <a:pt x="606" y="97"/>
                  <a:pt x="602" y="92"/>
                </a:cubicBezTo>
                <a:cubicBezTo>
                  <a:pt x="594" y="80"/>
                  <a:pt x="597" y="59"/>
                  <a:pt x="593" y="48"/>
                </a:cubicBezTo>
                <a:cubicBezTo>
                  <a:pt x="589" y="36"/>
                  <a:pt x="580" y="38"/>
                  <a:pt x="579" y="31"/>
                </a:cubicBezTo>
                <a:cubicBezTo>
                  <a:pt x="578" y="24"/>
                  <a:pt x="576" y="22"/>
                  <a:pt x="571" y="15"/>
                </a:cubicBezTo>
                <a:cubicBezTo>
                  <a:pt x="566" y="8"/>
                  <a:pt x="560" y="0"/>
                  <a:pt x="560" y="0"/>
                </a:cubicBezTo>
                <a:cubicBezTo>
                  <a:pt x="559" y="1"/>
                  <a:pt x="558" y="2"/>
                  <a:pt x="556" y="2"/>
                </a:cubicBezTo>
                <a:cubicBezTo>
                  <a:pt x="556" y="2"/>
                  <a:pt x="556" y="2"/>
                  <a:pt x="556" y="2"/>
                </a:cubicBezTo>
                <a:cubicBezTo>
                  <a:pt x="557" y="7"/>
                  <a:pt x="557" y="14"/>
                  <a:pt x="555" y="17"/>
                </a:cubicBezTo>
                <a:cubicBezTo>
                  <a:pt x="552" y="23"/>
                  <a:pt x="548" y="22"/>
                  <a:pt x="541" y="25"/>
                </a:cubicBezTo>
                <a:cubicBezTo>
                  <a:pt x="534" y="28"/>
                  <a:pt x="525" y="36"/>
                  <a:pt x="520" y="37"/>
                </a:cubicBezTo>
                <a:cubicBezTo>
                  <a:pt x="520" y="37"/>
                  <a:pt x="507" y="48"/>
                  <a:pt x="503" y="48"/>
                </a:cubicBezTo>
                <a:cubicBezTo>
                  <a:pt x="499" y="48"/>
                  <a:pt x="496" y="48"/>
                  <a:pt x="495" y="52"/>
                </a:cubicBezTo>
                <a:cubicBezTo>
                  <a:pt x="494" y="56"/>
                  <a:pt x="495" y="63"/>
                  <a:pt x="484" y="65"/>
                </a:cubicBezTo>
                <a:cubicBezTo>
                  <a:pt x="484" y="65"/>
                  <a:pt x="480" y="71"/>
                  <a:pt x="476" y="74"/>
                </a:cubicBezTo>
                <a:cubicBezTo>
                  <a:pt x="472" y="76"/>
                  <a:pt x="470" y="84"/>
                  <a:pt x="463" y="88"/>
                </a:cubicBezTo>
                <a:cubicBezTo>
                  <a:pt x="457" y="93"/>
                  <a:pt x="459" y="98"/>
                  <a:pt x="459" y="98"/>
                </a:cubicBezTo>
                <a:cubicBezTo>
                  <a:pt x="459" y="98"/>
                  <a:pt x="459" y="104"/>
                  <a:pt x="456" y="109"/>
                </a:cubicBezTo>
                <a:cubicBezTo>
                  <a:pt x="453" y="113"/>
                  <a:pt x="454" y="122"/>
                  <a:pt x="450" y="121"/>
                </a:cubicBezTo>
                <a:cubicBezTo>
                  <a:pt x="446" y="121"/>
                  <a:pt x="443" y="123"/>
                  <a:pt x="440" y="125"/>
                </a:cubicBezTo>
                <a:cubicBezTo>
                  <a:pt x="437" y="128"/>
                  <a:pt x="430" y="128"/>
                  <a:pt x="426" y="136"/>
                </a:cubicBezTo>
                <a:cubicBezTo>
                  <a:pt x="421" y="144"/>
                  <a:pt x="412" y="137"/>
                  <a:pt x="400" y="145"/>
                </a:cubicBezTo>
                <a:cubicBezTo>
                  <a:pt x="389" y="153"/>
                  <a:pt x="381" y="171"/>
                  <a:pt x="381" y="174"/>
                </a:cubicBezTo>
                <a:cubicBezTo>
                  <a:pt x="381" y="176"/>
                  <a:pt x="384" y="203"/>
                  <a:pt x="380" y="203"/>
                </a:cubicBezTo>
                <a:cubicBezTo>
                  <a:pt x="376" y="203"/>
                  <a:pt x="355" y="204"/>
                  <a:pt x="350" y="209"/>
                </a:cubicBezTo>
                <a:cubicBezTo>
                  <a:pt x="346" y="214"/>
                  <a:pt x="342" y="230"/>
                  <a:pt x="333" y="233"/>
                </a:cubicBezTo>
                <a:cubicBezTo>
                  <a:pt x="324" y="236"/>
                  <a:pt x="316" y="236"/>
                  <a:pt x="308" y="236"/>
                </a:cubicBezTo>
                <a:cubicBezTo>
                  <a:pt x="300" y="236"/>
                  <a:pt x="290" y="229"/>
                  <a:pt x="284" y="232"/>
                </a:cubicBezTo>
                <a:cubicBezTo>
                  <a:pt x="279" y="234"/>
                  <a:pt x="269" y="236"/>
                  <a:pt x="264" y="226"/>
                </a:cubicBezTo>
                <a:cubicBezTo>
                  <a:pt x="247" y="236"/>
                  <a:pt x="247" y="236"/>
                  <a:pt x="247" y="236"/>
                </a:cubicBezTo>
                <a:cubicBezTo>
                  <a:pt x="247" y="236"/>
                  <a:pt x="242" y="256"/>
                  <a:pt x="237" y="258"/>
                </a:cubicBezTo>
                <a:cubicBezTo>
                  <a:pt x="232" y="259"/>
                  <a:pt x="215" y="265"/>
                  <a:pt x="211" y="265"/>
                </a:cubicBezTo>
                <a:cubicBezTo>
                  <a:pt x="207" y="265"/>
                  <a:pt x="194" y="274"/>
                  <a:pt x="188" y="272"/>
                </a:cubicBezTo>
                <a:cubicBezTo>
                  <a:pt x="182" y="269"/>
                  <a:pt x="168" y="272"/>
                  <a:pt x="158" y="280"/>
                </a:cubicBezTo>
                <a:cubicBezTo>
                  <a:pt x="148" y="289"/>
                  <a:pt x="148" y="294"/>
                  <a:pt x="143" y="294"/>
                </a:cubicBezTo>
                <a:cubicBezTo>
                  <a:pt x="138" y="294"/>
                  <a:pt x="137" y="307"/>
                  <a:pt x="133" y="310"/>
                </a:cubicBezTo>
                <a:cubicBezTo>
                  <a:pt x="129" y="314"/>
                  <a:pt x="115" y="322"/>
                  <a:pt x="98" y="326"/>
                </a:cubicBezTo>
                <a:cubicBezTo>
                  <a:pt x="80" y="330"/>
                  <a:pt x="80" y="330"/>
                  <a:pt x="80" y="330"/>
                </a:cubicBezTo>
                <a:cubicBezTo>
                  <a:pt x="0" y="413"/>
                  <a:pt x="0" y="413"/>
                  <a:pt x="0" y="413"/>
                </a:cubicBezTo>
                <a:cubicBezTo>
                  <a:pt x="2" y="417"/>
                  <a:pt x="11" y="427"/>
                  <a:pt x="11" y="427"/>
                </a:cubicBezTo>
                <a:cubicBezTo>
                  <a:pt x="11" y="427"/>
                  <a:pt x="22" y="430"/>
                  <a:pt x="26" y="435"/>
                </a:cubicBezTo>
                <a:cubicBezTo>
                  <a:pt x="30" y="440"/>
                  <a:pt x="38" y="446"/>
                  <a:pt x="30" y="454"/>
                </a:cubicBezTo>
                <a:cubicBezTo>
                  <a:pt x="22" y="462"/>
                  <a:pt x="29" y="462"/>
                  <a:pt x="33" y="466"/>
                </a:cubicBezTo>
                <a:cubicBezTo>
                  <a:pt x="37" y="469"/>
                  <a:pt x="37" y="480"/>
                  <a:pt x="41" y="479"/>
                </a:cubicBezTo>
                <a:cubicBezTo>
                  <a:pt x="45" y="478"/>
                  <a:pt x="44" y="491"/>
                  <a:pt x="44" y="491"/>
                </a:cubicBezTo>
                <a:cubicBezTo>
                  <a:pt x="50" y="496"/>
                  <a:pt x="50" y="496"/>
                  <a:pt x="50" y="496"/>
                </a:cubicBezTo>
                <a:cubicBezTo>
                  <a:pt x="50" y="496"/>
                  <a:pt x="55" y="506"/>
                  <a:pt x="55" y="509"/>
                </a:cubicBezTo>
                <a:cubicBezTo>
                  <a:pt x="55" y="512"/>
                  <a:pt x="66" y="513"/>
                  <a:pt x="69" y="509"/>
                </a:cubicBezTo>
                <a:cubicBezTo>
                  <a:pt x="72" y="505"/>
                  <a:pt x="70" y="500"/>
                  <a:pt x="86" y="514"/>
                </a:cubicBezTo>
                <a:cubicBezTo>
                  <a:pt x="102" y="527"/>
                  <a:pt x="86" y="534"/>
                  <a:pt x="86" y="534"/>
                </a:cubicBezTo>
                <a:cubicBezTo>
                  <a:pt x="86" y="534"/>
                  <a:pt x="86" y="534"/>
                  <a:pt x="88" y="536"/>
                </a:cubicBezTo>
                <a:cubicBezTo>
                  <a:pt x="89" y="536"/>
                  <a:pt x="89" y="537"/>
                  <a:pt x="90" y="538"/>
                </a:cubicBezTo>
                <a:cubicBezTo>
                  <a:pt x="96" y="534"/>
                  <a:pt x="103" y="530"/>
                  <a:pt x="107" y="525"/>
                </a:cubicBezTo>
                <a:close/>
              </a:path>
            </a:pathLst>
          </a:custGeom>
          <a:solidFill>
            <a:srgbClr val="EDAB37"/>
          </a:solidFill>
          <a:ln w="9525" cap="flat">
            <a:solidFill>
              <a:srgbClr val="EDAB37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105" name="Freeform 54">
            <a:extLst>
              <a:ext uri="{FF2B5EF4-FFF2-40B4-BE49-F238E27FC236}">
                <a16:creationId xmlns:a16="http://schemas.microsoft.com/office/drawing/2014/main" id="{FC3CCD7F-A5E7-44F1-5D16-4B7104ED451F}"/>
              </a:ext>
            </a:extLst>
          </p:cNvPr>
          <p:cNvSpPr>
            <a:spLocks/>
          </p:cNvSpPr>
          <p:nvPr/>
        </p:nvSpPr>
        <p:spPr bwMode="auto">
          <a:xfrm>
            <a:off x="3230388" y="4294589"/>
            <a:ext cx="800914" cy="732265"/>
          </a:xfrm>
          <a:custGeom>
            <a:avLst/>
            <a:gdLst/>
            <a:ahLst/>
            <a:cxnLst>
              <a:cxn ang="0">
                <a:pos x="192" y="462"/>
              </a:cxn>
              <a:cxn ang="0">
                <a:pos x="238" y="431"/>
              </a:cxn>
              <a:cxn ang="0">
                <a:pos x="314" y="412"/>
              </a:cxn>
              <a:cxn ang="0">
                <a:pos x="360" y="407"/>
              </a:cxn>
              <a:cxn ang="0">
                <a:pos x="406" y="393"/>
              </a:cxn>
              <a:cxn ang="0">
                <a:pos x="425" y="385"/>
              </a:cxn>
              <a:cxn ang="0">
                <a:pos x="440" y="342"/>
              </a:cxn>
              <a:cxn ang="0">
                <a:pos x="458" y="334"/>
              </a:cxn>
              <a:cxn ang="0">
                <a:pos x="484" y="305"/>
              </a:cxn>
              <a:cxn ang="0">
                <a:pos x="508" y="235"/>
              </a:cxn>
              <a:cxn ang="0">
                <a:pos x="560" y="196"/>
              </a:cxn>
              <a:cxn ang="0">
                <a:pos x="583" y="144"/>
              </a:cxn>
              <a:cxn ang="0">
                <a:pos x="593" y="96"/>
              </a:cxn>
              <a:cxn ang="0">
                <a:pos x="600" y="53"/>
              </a:cxn>
              <a:cxn ang="0">
                <a:pos x="566" y="30"/>
              </a:cxn>
              <a:cxn ang="0">
                <a:pos x="526" y="2"/>
              </a:cxn>
              <a:cxn ang="0">
                <a:pos x="523" y="1"/>
              </a:cxn>
              <a:cxn ang="0">
                <a:pos x="501" y="22"/>
              </a:cxn>
              <a:cxn ang="0">
                <a:pos x="474" y="71"/>
              </a:cxn>
              <a:cxn ang="0">
                <a:pos x="447" y="123"/>
              </a:cxn>
              <a:cxn ang="0">
                <a:pos x="396" y="168"/>
              </a:cxn>
              <a:cxn ang="0">
                <a:pos x="338" y="204"/>
              </a:cxn>
              <a:cxn ang="0">
                <a:pos x="304" y="234"/>
              </a:cxn>
              <a:cxn ang="0">
                <a:pos x="255" y="270"/>
              </a:cxn>
              <a:cxn ang="0">
                <a:pos x="208" y="297"/>
              </a:cxn>
              <a:cxn ang="0">
                <a:pos x="176" y="310"/>
              </a:cxn>
              <a:cxn ang="0">
                <a:pos x="158" y="321"/>
              </a:cxn>
              <a:cxn ang="0">
                <a:pos x="81" y="370"/>
              </a:cxn>
              <a:cxn ang="0">
                <a:pos x="19" y="425"/>
              </a:cxn>
              <a:cxn ang="0">
                <a:pos x="1" y="443"/>
              </a:cxn>
              <a:cxn ang="0">
                <a:pos x="54" y="476"/>
              </a:cxn>
              <a:cxn ang="0">
                <a:pos x="57" y="493"/>
              </a:cxn>
              <a:cxn ang="0">
                <a:pos x="84" y="528"/>
              </a:cxn>
              <a:cxn ang="0">
                <a:pos x="89" y="550"/>
              </a:cxn>
              <a:cxn ang="0">
                <a:pos x="169" y="485"/>
              </a:cxn>
            </a:cxnLst>
            <a:rect l="0" t="0" r="r" b="b"/>
            <a:pathLst>
              <a:path w="602" h="550">
                <a:moveTo>
                  <a:pt x="169" y="485"/>
                </a:moveTo>
                <a:cubicBezTo>
                  <a:pt x="179" y="471"/>
                  <a:pt x="187" y="466"/>
                  <a:pt x="192" y="462"/>
                </a:cubicBezTo>
                <a:cubicBezTo>
                  <a:pt x="198" y="458"/>
                  <a:pt x="206" y="451"/>
                  <a:pt x="219" y="446"/>
                </a:cubicBezTo>
                <a:cubicBezTo>
                  <a:pt x="232" y="442"/>
                  <a:pt x="238" y="431"/>
                  <a:pt x="238" y="431"/>
                </a:cubicBezTo>
                <a:cubicBezTo>
                  <a:pt x="238" y="431"/>
                  <a:pt x="281" y="411"/>
                  <a:pt x="288" y="412"/>
                </a:cubicBezTo>
                <a:cubicBezTo>
                  <a:pt x="294" y="414"/>
                  <a:pt x="300" y="415"/>
                  <a:pt x="314" y="412"/>
                </a:cubicBezTo>
                <a:cubicBezTo>
                  <a:pt x="328" y="408"/>
                  <a:pt x="348" y="408"/>
                  <a:pt x="348" y="408"/>
                </a:cubicBezTo>
                <a:cubicBezTo>
                  <a:pt x="348" y="408"/>
                  <a:pt x="351" y="403"/>
                  <a:pt x="360" y="407"/>
                </a:cubicBezTo>
                <a:cubicBezTo>
                  <a:pt x="368" y="411"/>
                  <a:pt x="374" y="406"/>
                  <a:pt x="386" y="402"/>
                </a:cubicBezTo>
                <a:cubicBezTo>
                  <a:pt x="398" y="398"/>
                  <a:pt x="398" y="396"/>
                  <a:pt x="406" y="393"/>
                </a:cubicBezTo>
                <a:cubicBezTo>
                  <a:pt x="413" y="390"/>
                  <a:pt x="423" y="385"/>
                  <a:pt x="423" y="385"/>
                </a:cubicBezTo>
                <a:cubicBezTo>
                  <a:pt x="425" y="385"/>
                  <a:pt x="425" y="385"/>
                  <a:pt x="425" y="385"/>
                </a:cubicBezTo>
                <a:cubicBezTo>
                  <a:pt x="427" y="379"/>
                  <a:pt x="432" y="366"/>
                  <a:pt x="432" y="366"/>
                </a:cubicBezTo>
                <a:cubicBezTo>
                  <a:pt x="440" y="342"/>
                  <a:pt x="440" y="342"/>
                  <a:pt x="440" y="342"/>
                </a:cubicBezTo>
                <a:cubicBezTo>
                  <a:pt x="440" y="342"/>
                  <a:pt x="444" y="345"/>
                  <a:pt x="448" y="344"/>
                </a:cubicBezTo>
                <a:cubicBezTo>
                  <a:pt x="452" y="344"/>
                  <a:pt x="454" y="340"/>
                  <a:pt x="458" y="334"/>
                </a:cubicBezTo>
                <a:cubicBezTo>
                  <a:pt x="462" y="328"/>
                  <a:pt x="471" y="308"/>
                  <a:pt x="471" y="308"/>
                </a:cubicBezTo>
                <a:cubicBezTo>
                  <a:pt x="471" y="308"/>
                  <a:pt x="474" y="307"/>
                  <a:pt x="484" y="305"/>
                </a:cubicBezTo>
                <a:cubicBezTo>
                  <a:pt x="494" y="303"/>
                  <a:pt x="501" y="288"/>
                  <a:pt x="504" y="275"/>
                </a:cubicBezTo>
                <a:cubicBezTo>
                  <a:pt x="506" y="262"/>
                  <a:pt x="506" y="243"/>
                  <a:pt x="508" y="235"/>
                </a:cubicBezTo>
                <a:cubicBezTo>
                  <a:pt x="510" y="227"/>
                  <a:pt x="522" y="228"/>
                  <a:pt x="538" y="224"/>
                </a:cubicBezTo>
                <a:cubicBezTo>
                  <a:pt x="553" y="221"/>
                  <a:pt x="555" y="211"/>
                  <a:pt x="560" y="196"/>
                </a:cubicBezTo>
                <a:cubicBezTo>
                  <a:pt x="566" y="182"/>
                  <a:pt x="564" y="176"/>
                  <a:pt x="568" y="166"/>
                </a:cubicBezTo>
                <a:cubicBezTo>
                  <a:pt x="571" y="157"/>
                  <a:pt x="577" y="155"/>
                  <a:pt x="583" y="144"/>
                </a:cubicBezTo>
                <a:cubicBezTo>
                  <a:pt x="589" y="134"/>
                  <a:pt x="589" y="117"/>
                  <a:pt x="588" y="114"/>
                </a:cubicBezTo>
                <a:cubicBezTo>
                  <a:pt x="588" y="110"/>
                  <a:pt x="584" y="108"/>
                  <a:pt x="593" y="96"/>
                </a:cubicBezTo>
                <a:cubicBezTo>
                  <a:pt x="602" y="85"/>
                  <a:pt x="601" y="77"/>
                  <a:pt x="599" y="72"/>
                </a:cubicBezTo>
                <a:cubicBezTo>
                  <a:pt x="597" y="68"/>
                  <a:pt x="599" y="62"/>
                  <a:pt x="600" y="53"/>
                </a:cubicBezTo>
                <a:cubicBezTo>
                  <a:pt x="600" y="44"/>
                  <a:pt x="584" y="39"/>
                  <a:pt x="579" y="36"/>
                </a:cubicBezTo>
                <a:cubicBezTo>
                  <a:pt x="574" y="34"/>
                  <a:pt x="572" y="29"/>
                  <a:pt x="566" y="30"/>
                </a:cubicBezTo>
                <a:cubicBezTo>
                  <a:pt x="561" y="30"/>
                  <a:pt x="550" y="28"/>
                  <a:pt x="544" y="15"/>
                </a:cubicBezTo>
                <a:cubicBezTo>
                  <a:pt x="537" y="2"/>
                  <a:pt x="526" y="2"/>
                  <a:pt x="526" y="2"/>
                </a:cubicBezTo>
                <a:cubicBezTo>
                  <a:pt x="526" y="2"/>
                  <a:pt x="525" y="3"/>
                  <a:pt x="522" y="0"/>
                </a:cubicBezTo>
                <a:cubicBezTo>
                  <a:pt x="522" y="1"/>
                  <a:pt x="522" y="1"/>
                  <a:pt x="523" y="1"/>
                </a:cubicBezTo>
                <a:cubicBezTo>
                  <a:pt x="521" y="6"/>
                  <a:pt x="518" y="11"/>
                  <a:pt x="514" y="11"/>
                </a:cubicBezTo>
                <a:cubicBezTo>
                  <a:pt x="506" y="11"/>
                  <a:pt x="502" y="14"/>
                  <a:pt x="501" y="22"/>
                </a:cubicBezTo>
                <a:cubicBezTo>
                  <a:pt x="500" y="30"/>
                  <a:pt x="490" y="48"/>
                  <a:pt x="481" y="53"/>
                </a:cubicBezTo>
                <a:cubicBezTo>
                  <a:pt x="472" y="58"/>
                  <a:pt x="473" y="65"/>
                  <a:pt x="474" y="71"/>
                </a:cubicBezTo>
                <a:cubicBezTo>
                  <a:pt x="475" y="77"/>
                  <a:pt x="469" y="99"/>
                  <a:pt x="462" y="107"/>
                </a:cubicBezTo>
                <a:cubicBezTo>
                  <a:pt x="455" y="115"/>
                  <a:pt x="452" y="115"/>
                  <a:pt x="447" y="123"/>
                </a:cubicBezTo>
                <a:cubicBezTo>
                  <a:pt x="442" y="131"/>
                  <a:pt x="420" y="154"/>
                  <a:pt x="413" y="154"/>
                </a:cubicBezTo>
                <a:cubicBezTo>
                  <a:pt x="406" y="154"/>
                  <a:pt x="402" y="163"/>
                  <a:pt x="396" y="168"/>
                </a:cubicBezTo>
                <a:cubicBezTo>
                  <a:pt x="390" y="173"/>
                  <a:pt x="378" y="188"/>
                  <a:pt x="364" y="191"/>
                </a:cubicBezTo>
                <a:cubicBezTo>
                  <a:pt x="350" y="194"/>
                  <a:pt x="340" y="198"/>
                  <a:pt x="338" y="204"/>
                </a:cubicBezTo>
                <a:cubicBezTo>
                  <a:pt x="336" y="210"/>
                  <a:pt x="325" y="210"/>
                  <a:pt x="320" y="217"/>
                </a:cubicBezTo>
                <a:cubicBezTo>
                  <a:pt x="315" y="224"/>
                  <a:pt x="310" y="228"/>
                  <a:pt x="304" y="234"/>
                </a:cubicBezTo>
                <a:cubicBezTo>
                  <a:pt x="298" y="240"/>
                  <a:pt x="294" y="256"/>
                  <a:pt x="289" y="258"/>
                </a:cubicBezTo>
                <a:cubicBezTo>
                  <a:pt x="284" y="260"/>
                  <a:pt x="270" y="267"/>
                  <a:pt x="255" y="270"/>
                </a:cubicBezTo>
                <a:cubicBezTo>
                  <a:pt x="240" y="273"/>
                  <a:pt x="227" y="269"/>
                  <a:pt x="221" y="275"/>
                </a:cubicBezTo>
                <a:cubicBezTo>
                  <a:pt x="215" y="281"/>
                  <a:pt x="211" y="289"/>
                  <a:pt x="208" y="297"/>
                </a:cubicBezTo>
                <a:cubicBezTo>
                  <a:pt x="205" y="305"/>
                  <a:pt x="192" y="310"/>
                  <a:pt x="189" y="313"/>
                </a:cubicBezTo>
                <a:cubicBezTo>
                  <a:pt x="186" y="316"/>
                  <a:pt x="181" y="314"/>
                  <a:pt x="176" y="310"/>
                </a:cubicBezTo>
                <a:cubicBezTo>
                  <a:pt x="171" y="306"/>
                  <a:pt x="164" y="305"/>
                  <a:pt x="166" y="310"/>
                </a:cubicBezTo>
                <a:cubicBezTo>
                  <a:pt x="168" y="315"/>
                  <a:pt x="162" y="320"/>
                  <a:pt x="158" y="321"/>
                </a:cubicBezTo>
                <a:cubicBezTo>
                  <a:pt x="154" y="322"/>
                  <a:pt x="134" y="332"/>
                  <a:pt x="128" y="340"/>
                </a:cubicBezTo>
                <a:cubicBezTo>
                  <a:pt x="122" y="348"/>
                  <a:pt x="99" y="362"/>
                  <a:pt x="81" y="370"/>
                </a:cubicBezTo>
                <a:cubicBezTo>
                  <a:pt x="63" y="378"/>
                  <a:pt x="52" y="388"/>
                  <a:pt x="46" y="401"/>
                </a:cubicBezTo>
                <a:cubicBezTo>
                  <a:pt x="40" y="414"/>
                  <a:pt x="28" y="415"/>
                  <a:pt x="19" y="425"/>
                </a:cubicBezTo>
                <a:cubicBezTo>
                  <a:pt x="15" y="430"/>
                  <a:pt x="2" y="438"/>
                  <a:pt x="2" y="438"/>
                </a:cubicBezTo>
                <a:cubicBezTo>
                  <a:pt x="2" y="440"/>
                  <a:pt x="1" y="443"/>
                  <a:pt x="1" y="443"/>
                </a:cubicBezTo>
                <a:cubicBezTo>
                  <a:pt x="0" y="448"/>
                  <a:pt x="12" y="454"/>
                  <a:pt x="22" y="457"/>
                </a:cubicBezTo>
                <a:cubicBezTo>
                  <a:pt x="32" y="460"/>
                  <a:pt x="50" y="473"/>
                  <a:pt x="54" y="476"/>
                </a:cubicBezTo>
                <a:cubicBezTo>
                  <a:pt x="58" y="480"/>
                  <a:pt x="58" y="486"/>
                  <a:pt x="60" y="487"/>
                </a:cubicBezTo>
                <a:cubicBezTo>
                  <a:pt x="62" y="488"/>
                  <a:pt x="60" y="493"/>
                  <a:pt x="57" y="493"/>
                </a:cubicBezTo>
                <a:cubicBezTo>
                  <a:pt x="54" y="493"/>
                  <a:pt x="61" y="501"/>
                  <a:pt x="63" y="502"/>
                </a:cubicBezTo>
                <a:cubicBezTo>
                  <a:pt x="65" y="502"/>
                  <a:pt x="75" y="516"/>
                  <a:pt x="84" y="528"/>
                </a:cubicBezTo>
                <a:cubicBezTo>
                  <a:pt x="92" y="541"/>
                  <a:pt x="88" y="546"/>
                  <a:pt x="88" y="546"/>
                </a:cubicBezTo>
                <a:cubicBezTo>
                  <a:pt x="88" y="547"/>
                  <a:pt x="88" y="549"/>
                  <a:pt x="89" y="550"/>
                </a:cubicBezTo>
                <a:cubicBezTo>
                  <a:pt x="93" y="547"/>
                  <a:pt x="100" y="541"/>
                  <a:pt x="108" y="536"/>
                </a:cubicBezTo>
                <a:cubicBezTo>
                  <a:pt x="122" y="526"/>
                  <a:pt x="159" y="499"/>
                  <a:pt x="169" y="485"/>
                </a:cubicBezTo>
                <a:close/>
              </a:path>
            </a:pathLst>
          </a:custGeom>
          <a:solidFill>
            <a:srgbClr val="EDAB37"/>
          </a:solidFill>
          <a:ln w="9525" cap="flat">
            <a:solidFill>
              <a:srgbClr val="EDAB37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106" name="Freeform 55">
            <a:extLst>
              <a:ext uri="{FF2B5EF4-FFF2-40B4-BE49-F238E27FC236}">
                <a16:creationId xmlns:a16="http://schemas.microsoft.com/office/drawing/2014/main" id="{938EAD2F-C316-B580-2CBB-19FAC0C4AE2C}"/>
              </a:ext>
            </a:extLst>
          </p:cNvPr>
          <p:cNvSpPr>
            <a:spLocks/>
          </p:cNvSpPr>
          <p:nvPr/>
        </p:nvSpPr>
        <p:spPr bwMode="auto">
          <a:xfrm>
            <a:off x="3348236" y="4807175"/>
            <a:ext cx="498855" cy="284896"/>
          </a:xfrm>
          <a:custGeom>
            <a:avLst/>
            <a:gdLst/>
            <a:ahLst/>
            <a:cxnLst>
              <a:cxn ang="0">
                <a:pos x="147" y="203"/>
              </a:cxn>
              <a:cxn ang="0">
                <a:pos x="159" y="203"/>
              </a:cxn>
              <a:cxn ang="0">
                <a:pos x="174" y="199"/>
              </a:cxn>
              <a:cxn ang="0">
                <a:pos x="189" y="197"/>
              </a:cxn>
              <a:cxn ang="0">
                <a:pos x="201" y="197"/>
              </a:cxn>
              <a:cxn ang="0">
                <a:pos x="211" y="187"/>
              </a:cxn>
              <a:cxn ang="0">
                <a:pos x="221" y="188"/>
              </a:cxn>
              <a:cxn ang="0">
                <a:pos x="226" y="181"/>
              </a:cxn>
              <a:cxn ang="0">
                <a:pos x="242" y="175"/>
              </a:cxn>
              <a:cxn ang="0">
                <a:pos x="267" y="159"/>
              </a:cxn>
              <a:cxn ang="0">
                <a:pos x="287" y="149"/>
              </a:cxn>
              <a:cxn ang="0">
                <a:pos x="308" y="146"/>
              </a:cxn>
              <a:cxn ang="0">
                <a:pos x="329" y="149"/>
              </a:cxn>
              <a:cxn ang="0">
                <a:pos x="350" y="130"/>
              </a:cxn>
              <a:cxn ang="0">
                <a:pos x="355" y="112"/>
              </a:cxn>
              <a:cxn ang="0">
                <a:pos x="368" y="95"/>
              </a:cxn>
              <a:cxn ang="0">
                <a:pos x="371" y="85"/>
              </a:cxn>
              <a:cxn ang="0">
                <a:pos x="344" y="79"/>
              </a:cxn>
              <a:cxn ang="0">
                <a:pos x="337" y="68"/>
              </a:cxn>
              <a:cxn ang="0">
                <a:pos x="326" y="69"/>
              </a:cxn>
              <a:cxn ang="0">
                <a:pos x="328" y="41"/>
              </a:cxn>
              <a:cxn ang="0">
                <a:pos x="341" y="18"/>
              </a:cxn>
              <a:cxn ang="0">
                <a:pos x="336" y="3"/>
              </a:cxn>
              <a:cxn ang="0">
                <a:pos x="336" y="0"/>
              </a:cxn>
              <a:cxn ang="0">
                <a:pos x="336" y="0"/>
              </a:cxn>
              <a:cxn ang="0">
                <a:pos x="334" y="0"/>
              </a:cxn>
              <a:cxn ang="0">
                <a:pos x="317" y="8"/>
              </a:cxn>
              <a:cxn ang="0">
                <a:pos x="297" y="17"/>
              </a:cxn>
              <a:cxn ang="0">
                <a:pos x="271" y="22"/>
              </a:cxn>
              <a:cxn ang="0">
                <a:pos x="259" y="23"/>
              </a:cxn>
              <a:cxn ang="0">
                <a:pos x="225" y="27"/>
              </a:cxn>
              <a:cxn ang="0">
                <a:pos x="199" y="27"/>
              </a:cxn>
              <a:cxn ang="0">
                <a:pos x="149" y="46"/>
              </a:cxn>
              <a:cxn ang="0">
                <a:pos x="130" y="61"/>
              </a:cxn>
              <a:cxn ang="0">
                <a:pos x="103" y="77"/>
              </a:cxn>
              <a:cxn ang="0">
                <a:pos x="80" y="100"/>
              </a:cxn>
              <a:cxn ang="0">
                <a:pos x="19" y="151"/>
              </a:cxn>
              <a:cxn ang="0">
                <a:pos x="0" y="165"/>
              </a:cxn>
              <a:cxn ang="0">
                <a:pos x="4" y="169"/>
              </a:cxn>
              <a:cxn ang="0">
                <a:pos x="16" y="167"/>
              </a:cxn>
              <a:cxn ang="0">
                <a:pos x="20" y="179"/>
              </a:cxn>
              <a:cxn ang="0">
                <a:pos x="18" y="186"/>
              </a:cxn>
              <a:cxn ang="0">
                <a:pos x="31" y="187"/>
              </a:cxn>
              <a:cxn ang="0">
                <a:pos x="30" y="195"/>
              </a:cxn>
              <a:cxn ang="0">
                <a:pos x="27" y="209"/>
              </a:cxn>
              <a:cxn ang="0">
                <a:pos x="33" y="211"/>
              </a:cxn>
              <a:cxn ang="0">
                <a:pos x="35" y="214"/>
              </a:cxn>
              <a:cxn ang="0">
                <a:pos x="45" y="206"/>
              </a:cxn>
              <a:cxn ang="0">
                <a:pos x="66" y="196"/>
              </a:cxn>
              <a:cxn ang="0">
                <a:pos x="77" y="187"/>
              </a:cxn>
              <a:cxn ang="0">
                <a:pos x="102" y="203"/>
              </a:cxn>
              <a:cxn ang="0">
                <a:pos x="126" y="200"/>
              </a:cxn>
              <a:cxn ang="0">
                <a:pos x="147" y="203"/>
              </a:cxn>
            </a:cxnLst>
            <a:rect l="0" t="0" r="r" b="b"/>
            <a:pathLst>
              <a:path w="375" h="214">
                <a:moveTo>
                  <a:pt x="147" y="203"/>
                </a:moveTo>
                <a:cubicBezTo>
                  <a:pt x="147" y="203"/>
                  <a:pt x="149" y="203"/>
                  <a:pt x="159" y="203"/>
                </a:cubicBezTo>
                <a:cubicBezTo>
                  <a:pt x="168" y="202"/>
                  <a:pt x="174" y="199"/>
                  <a:pt x="174" y="199"/>
                </a:cubicBezTo>
                <a:cubicBezTo>
                  <a:pt x="179" y="202"/>
                  <a:pt x="189" y="197"/>
                  <a:pt x="189" y="197"/>
                </a:cubicBezTo>
                <a:cubicBezTo>
                  <a:pt x="189" y="197"/>
                  <a:pt x="193" y="198"/>
                  <a:pt x="201" y="197"/>
                </a:cubicBezTo>
                <a:cubicBezTo>
                  <a:pt x="208" y="197"/>
                  <a:pt x="211" y="187"/>
                  <a:pt x="211" y="187"/>
                </a:cubicBezTo>
                <a:cubicBezTo>
                  <a:pt x="211" y="187"/>
                  <a:pt x="218" y="188"/>
                  <a:pt x="221" y="188"/>
                </a:cubicBezTo>
                <a:cubicBezTo>
                  <a:pt x="225" y="188"/>
                  <a:pt x="226" y="181"/>
                  <a:pt x="226" y="181"/>
                </a:cubicBezTo>
                <a:cubicBezTo>
                  <a:pt x="226" y="181"/>
                  <a:pt x="233" y="178"/>
                  <a:pt x="242" y="175"/>
                </a:cubicBezTo>
                <a:cubicBezTo>
                  <a:pt x="251" y="171"/>
                  <a:pt x="263" y="166"/>
                  <a:pt x="267" y="159"/>
                </a:cubicBezTo>
                <a:cubicBezTo>
                  <a:pt x="271" y="151"/>
                  <a:pt x="279" y="150"/>
                  <a:pt x="287" y="149"/>
                </a:cubicBezTo>
                <a:cubicBezTo>
                  <a:pt x="295" y="149"/>
                  <a:pt x="294" y="146"/>
                  <a:pt x="308" y="146"/>
                </a:cubicBezTo>
                <a:cubicBezTo>
                  <a:pt x="322" y="146"/>
                  <a:pt x="323" y="153"/>
                  <a:pt x="329" y="149"/>
                </a:cubicBezTo>
                <a:cubicBezTo>
                  <a:pt x="335" y="145"/>
                  <a:pt x="345" y="133"/>
                  <a:pt x="350" y="130"/>
                </a:cubicBezTo>
                <a:cubicBezTo>
                  <a:pt x="355" y="127"/>
                  <a:pt x="355" y="112"/>
                  <a:pt x="355" y="112"/>
                </a:cubicBezTo>
                <a:cubicBezTo>
                  <a:pt x="355" y="112"/>
                  <a:pt x="361" y="103"/>
                  <a:pt x="368" y="95"/>
                </a:cubicBezTo>
                <a:cubicBezTo>
                  <a:pt x="375" y="86"/>
                  <a:pt x="371" y="85"/>
                  <a:pt x="371" y="85"/>
                </a:cubicBezTo>
                <a:cubicBezTo>
                  <a:pt x="371" y="85"/>
                  <a:pt x="347" y="84"/>
                  <a:pt x="344" y="79"/>
                </a:cubicBezTo>
                <a:cubicBezTo>
                  <a:pt x="341" y="73"/>
                  <a:pt x="339" y="69"/>
                  <a:pt x="337" y="68"/>
                </a:cubicBezTo>
                <a:cubicBezTo>
                  <a:pt x="334" y="67"/>
                  <a:pt x="326" y="69"/>
                  <a:pt x="326" y="69"/>
                </a:cubicBezTo>
                <a:cubicBezTo>
                  <a:pt x="326" y="69"/>
                  <a:pt x="326" y="57"/>
                  <a:pt x="328" y="41"/>
                </a:cubicBezTo>
                <a:cubicBezTo>
                  <a:pt x="330" y="26"/>
                  <a:pt x="335" y="28"/>
                  <a:pt x="341" y="18"/>
                </a:cubicBezTo>
                <a:cubicBezTo>
                  <a:pt x="346" y="8"/>
                  <a:pt x="335" y="7"/>
                  <a:pt x="336" y="3"/>
                </a:cubicBezTo>
                <a:cubicBezTo>
                  <a:pt x="336" y="2"/>
                  <a:pt x="336" y="1"/>
                  <a:pt x="336" y="0"/>
                </a:cubicBezTo>
                <a:cubicBezTo>
                  <a:pt x="336" y="0"/>
                  <a:pt x="336" y="0"/>
                  <a:pt x="336" y="0"/>
                </a:cubicBezTo>
                <a:cubicBezTo>
                  <a:pt x="334" y="0"/>
                  <a:pt x="334" y="0"/>
                  <a:pt x="334" y="0"/>
                </a:cubicBezTo>
                <a:cubicBezTo>
                  <a:pt x="334" y="0"/>
                  <a:pt x="324" y="5"/>
                  <a:pt x="317" y="8"/>
                </a:cubicBezTo>
                <a:cubicBezTo>
                  <a:pt x="309" y="11"/>
                  <a:pt x="309" y="13"/>
                  <a:pt x="297" y="17"/>
                </a:cubicBezTo>
                <a:cubicBezTo>
                  <a:pt x="285" y="21"/>
                  <a:pt x="279" y="26"/>
                  <a:pt x="271" y="22"/>
                </a:cubicBezTo>
                <a:cubicBezTo>
                  <a:pt x="262" y="18"/>
                  <a:pt x="259" y="23"/>
                  <a:pt x="259" y="23"/>
                </a:cubicBezTo>
                <a:cubicBezTo>
                  <a:pt x="259" y="23"/>
                  <a:pt x="239" y="23"/>
                  <a:pt x="225" y="27"/>
                </a:cubicBezTo>
                <a:cubicBezTo>
                  <a:pt x="211" y="30"/>
                  <a:pt x="205" y="29"/>
                  <a:pt x="199" y="27"/>
                </a:cubicBezTo>
                <a:cubicBezTo>
                  <a:pt x="192" y="26"/>
                  <a:pt x="149" y="46"/>
                  <a:pt x="149" y="46"/>
                </a:cubicBezTo>
                <a:cubicBezTo>
                  <a:pt x="149" y="46"/>
                  <a:pt x="143" y="57"/>
                  <a:pt x="130" y="61"/>
                </a:cubicBezTo>
                <a:cubicBezTo>
                  <a:pt x="117" y="66"/>
                  <a:pt x="109" y="73"/>
                  <a:pt x="103" y="77"/>
                </a:cubicBezTo>
                <a:cubicBezTo>
                  <a:pt x="98" y="81"/>
                  <a:pt x="90" y="86"/>
                  <a:pt x="80" y="100"/>
                </a:cubicBezTo>
                <a:cubicBezTo>
                  <a:pt x="70" y="114"/>
                  <a:pt x="33" y="141"/>
                  <a:pt x="19" y="151"/>
                </a:cubicBezTo>
                <a:cubicBezTo>
                  <a:pt x="11" y="156"/>
                  <a:pt x="4" y="162"/>
                  <a:pt x="0" y="165"/>
                </a:cubicBezTo>
                <a:cubicBezTo>
                  <a:pt x="1" y="168"/>
                  <a:pt x="3" y="170"/>
                  <a:pt x="4" y="169"/>
                </a:cubicBezTo>
                <a:cubicBezTo>
                  <a:pt x="6" y="167"/>
                  <a:pt x="11" y="167"/>
                  <a:pt x="16" y="167"/>
                </a:cubicBezTo>
                <a:cubicBezTo>
                  <a:pt x="21" y="168"/>
                  <a:pt x="22" y="177"/>
                  <a:pt x="20" y="179"/>
                </a:cubicBezTo>
                <a:cubicBezTo>
                  <a:pt x="18" y="181"/>
                  <a:pt x="13" y="181"/>
                  <a:pt x="18" y="186"/>
                </a:cubicBezTo>
                <a:cubicBezTo>
                  <a:pt x="23" y="191"/>
                  <a:pt x="25" y="185"/>
                  <a:pt x="31" y="187"/>
                </a:cubicBezTo>
                <a:cubicBezTo>
                  <a:pt x="38" y="189"/>
                  <a:pt x="33" y="197"/>
                  <a:pt x="30" y="195"/>
                </a:cubicBezTo>
                <a:cubicBezTo>
                  <a:pt x="27" y="193"/>
                  <a:pt x="27" y="203"/>
                  <a:pt x="27" y="209"/>
                </a:cubicBezTo>
                <a:cubicBezTo>
                  <a:pt x="28" y="214"/>
                  <a:pt x="33" y="211"/>
                  <a:pt x="33" y="211"/>
                </a:cubicBezTo>
                <a:cubicBezTo>
                  <a:pt x="33" y="211"/>
                  <a:pt x="33" y="211"/>
                  <a:pt x="35" y="214"/>
                </a:cubicBezTo>
                <a:cubicBezTo>
                  <a:pt x="37" y="211"/>
                  <a:pt x="41" y="208"/>
                  <a:pt x="45" y="206"/>
                </a:cubicBezTo>
                <a:cubicBezTo>
                  <a:pt x="53" y="202"/>
                  <a:pt x="66" y="196"/>
                  <a:pt x="66" y="196"/>
                </a:cubicBezTo>
                <a:cubicBezTo>
                  <a:pt x="66" y="196"/>
                  <a:pt x="73" y="185"/>
                  <a:pt x="77" y="187"/>
                </a:cubicBezTo>
                <a:cubicBezTo>
                  <a:pt x="82" y="189"/>
                  <a:pt x="90" y="199"/>
                  <a:pt x="102" y="203"/>
                </a:cubicBezTo>
                <a:cubicBezTo>
                  <a:pt x="102" y="203"/>
                  <a:pt x="117" y="201"/>
                  <a:pt x="126" y="200"/>
                </a:cubicBezTo>
                <a:cubicBezTo>
                  <a:pt x="135" y="199"/>
                  <a:pt x="147" y="203"/>
                  <a:pt x="147" y="203"/>
                </a:cubicBezTo>
                <a:close/>
              </a:path>
            </a:pathLst>
          </a:custGeom>
          <a:solidFill>
            <a:srgbClr val="EDAB37"/>
          </a:solidFill>
          <a:ln w="9525" cap="flat">
            <a:solidFill>
              <a:srgbClr val="EDAB37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107" name="Freeform 56">
            <a:extLst>
              <a:ext uri="{FF2B5EF4-FFF2-40B4-BE49-F238E27FC236}">
                <a16:creationId xmlns:a16="http://schemas.microsoft.com/office/drawing/2014/main" id="{F7BCAB71-F0FE-A95C-93A5-4AD43C2C76EB}"/>
              </a:ext>
            </a:extLst>
          </p:cNvPr>
          <p:cNvSpPr>
            <a:spLocks/>
          </p:cNvSpPr>
          <p:nvPr/>
        </p:nvSpPr>
        <p:spPr bwMode="auto">
          <a:xfrm>
            <a:off x="3380273" y="5053169"/>
            <a:ext cx="113272" cy="155606"/>
          </a:xfrm>
          <a:custGeom>
            <a:avLst/>
            <a:gdLst/>
            <a:ahLst/>
            <a:cxnLst>
              <a:cxn ang="0">
                <a:pos x="80" y="72"/>
              </a:cxn>
              <a:cxn ang="0">
                <a:pos x="77" y="29"/>
              </a:cxn>
              <a:cxn ang="0">
                <a:pos x="78" y="18"/>
              </a:cxn>
              <a:cxn ang="0">
                <a:pos x="53" y="2"/>
              </a:cxn>
              <a:cxn ang="0">
                <a:pos x="42" y="11"/>
              </a:cxn>
              <a:cxn ang="0">
                <a:pos x="21" y="21"/>
              </a:cxn>
              <a:cxn ang="0">
                <a:pos x="11" y="29"/>
              </a:cxn>
              <a:cxn ang="0">
                <a:pos x="14" y="33"/>
              </a:cxn>
              <a:cxn ang="0">
                <a:pos x="15" y="50"/>
              </a:cxn>
              <a:cxn ang="0">
                <a:pos x="12" y="62"/>
              </a:cxn>
              <a:cxn ang="0">
                <a:pos x="1" y="59"/>
              </a:cxn>
              <a:cxn ang="0">
                <a:pos x="1" y="70"/>
              </a:cxn>
              <a:cxn ang="0">
                <a:pos x="4" y="80"/>
              </a:cxn>
              <a:cxn ang="0">
                <a:pos x="3" y="83"/>
              </a:cxn>
              <a:cxn ang="0">
                <a:pos x="8" y="91"/>
              </a:cxn>
              <a:cxn ang="0">
                <a:pos x="20" y="110"/>
              </a:cxn>
              <a:cxn ang="0">
                <a:pos x="29" y="101"/>
              </a:cxn>
              <a:cxn ang="0">
                <a:pos x="37" y="92"/>
              </a:cxn>
              <a:cxn ang="0">
                <a:pos x="45" y="92"/>
              </a:cxn>
              <a:cxn ang="0">
                <a:pos x="61" y="89"/>
              </a:cxn>
              <a:cxn ang="0">
                <a:pos x="62" y="100"/>
              </a:cxn>
              <a:cxn ang="0">
                <a:pos x="71" y="103"/>
              </a:cxn>
              <a:cxn ang="0">
                <a:pos x="85" y="117"/>
              </a:cxn>
              <a:cxn ang="0">
                <a:pos x="85" y="112"/>
              </a:cxn>
              <a:cxn ang="0">
                <a:pos x="80" y="72"/>
              </a:cxn>
            </a:cxnLst>
            <a:rect l="0" t="0" r="r" b="b"/>
            <a:pathLst>
              <a:path w="85" h="117">
                <a:moveTo>
                  <a:pt x="80" y="72"/>
                </a:moveTo>
                <a:cubicBezTo>
                  <a:pt x="78" y="66"/>
                  <a:pt x="73" y="36"/>
                  <a:pt x="77" y="29"/>
                </a:cubicBezTo>
                <a:cubicBezTo>
                  <a:pt x="81" y="22"/>
                  <a:pt x="78" y="18"/>
                  <a:pt x="78" y="18"/>
                </a:cubicBezTo>
                <a:cubicBezTo>
                  <a:pt x="66" y="14"/>
                  <a:pt x="58" y="4"/>
                  <a:pt x="53" y="2"/>
                </a:cubicBezTo>
                <a:cubicBezTo>
                  <a:pt x="49" y="0"/>
                  <a:pt x="42" y="11"/>
                  <a:pt x="42" y="11"/>
                </a:cubicBezTo>
                <a:cubicBezTo>
                  <a:pt x="42" y="11"/>
                  <a:pt x="29" y="17"/>
                  <a:pt x="21" y="21"/>
                </a:cubicBezTo>
                <a:cubicBezTo>
                  <a:pt x="17" y="23"/>
                  <a:pt x="13" y="26"/>
                  <a:pt x="11" y="29"/>
                </a:cubicBezTo>
                <a:cubicBezTo>
                  <a:pt x="12" y="30"/>
                  <a:pt x="13" y="31"/>
                  <a:pt x="14" y="33"/>
                </a:cubicBezTo>
                <a:cubicBezTo>
                  <a:pt x="19" y="40"/>
                  <a:pt x="12" y="46"/>
                  <a:pt x="15" y="50"/>
                </a:cubicBezTo>
                <a:cubicBezTo>
                  <a:pt x="17" y="55"/>
                  <a:pt x="15" y="58"/>
                  <a:pt x="12" y="62"/>
                </a:cubicBezTo>
                <a:cubicBezTo>
                  <a:pt x="9" y="65"/>
                  <a:pt x="1" y="59"/>
                  <a:pt x="1" y="59"/>
                </a:cubicBezTo>
                <a:cubicBezTo>
                  <a:pt x="1" y="59"/>
                  <a:pt x="0" y="64"/>
                  <a:pt x="1" y="70"/>
                </a:cubicBezTo>
                <a:cubicBezTo>
                  <a:pt x="1" y="77"/>
                  <a:pt x="4" y="80"/>
                  <a:pt x="4" y="80"/>
                </a:cubicBezTo>
                <a:cubicBezTo>
                  <a:pt x="4" y="80"/>
                  <a:pt x="3" y="81"/>
                  <a:pt x="3" y="83"/>
                </a:cubicBezTo>
                <a:cubicBezTo>
                  <a:pt x="5" y="84"/>
                  <a:pt x="7" y="87"/>
                  <a:pt x="8" y="91"/>
                </a:cubicBezTo>
                <a:cubicBezTo>
                  <a:pt x="12" y="104"/>
                  <a:pt x="17" y="112"/>
                  <a:pt x="20" y="110"/>
                </a:cubicBezTo>
                <a:cubicBezTo>
                  <a:pt x="23" y="109"/>
                  <a:pt x="28" y="106"/>
                  <a:pt x="29" y="101"/>
                </a:cubicBezTo>
                <a:cubicBezTo>
                  <a:pt x="29" y="96"/>
                  <a:pt x="33" y="93"/>
                  <a:pt x="37" y="92"/>
                </a:cubicBezTo>
                <a:cubicBezTo>
                  <a:pt x="40" y="92"/>
                  <a:pt x="45" y="92"/>
                  <a:pt x="45" y="92"/>
                </a:cubicBezTo>
                <a:cubicBezTo>
                  <a:pt x="45" y="92"/>
                  <a:pt x="62" y="82"/>
                  <a:pt x="61" y="89"/>
                </a:cubicBezTo>
                <a:cubicBezTo>
                  <a:pt x="59" y="96"/>
                  <a:pt x="59" y="100"/>
                  <a:pt x="62" y="100"/>
                </a:cubicBezTo>
                <a:cubicBezTo>
                  <a:pt x="65" y="100"/>
                  <a:pt x="69" y="104"/>
                  <a:pt x="71" y="103"/>
                </a:cubicBezTo>
                <a:cubicBezTo>
                  <a:pt x="74" y="102"/>
                  <a:pt x="78" y="115"/>
                  <a:pt x="85" y="117"/>
                </a:cubicBezTo>
                <a:cubicBezTo>
                  <a:pt x="85" y="115"/>
                  <a:pt x="85" y="113"/>
                  <a:pt x="85" y="112"/>
                </a:cubicBezTo>
                <a:cubicBezTo>
                  <a:pt x="85" y="109"/>
                  <a:pt x="82" y="78"/>
                  <a:pt x="80" y="72"/>
                </a:cubicBezTo>
                <a:close/>
              </a:path>
            </a:pathLst>
          </a:custGeom>
          <a:solidFill>
            <a:srgbClr val="EDAB37"/>
          </a:solidFill>
          <a:ln w="9525" cap="flat">
            <a:solidFill>
              <a:srgbClr val="EDAB37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108" name="Freeform 57">
            <a:extLst>
              <a:ext uri="{FF2B5EF4-FFF2-40B4-BE49-F238E27FC236}">
                <a16:creationId xmlns:a16="http://schemas.microsoft.com/office/drawing/2014/main" id="{27ACCB5D-1F60-D981-93D4-675A7B2029AC}"/>
              </a:ext>
            </a:extLst>
          </p:cNvPr>
          <p:cNvSpPr>
            <a:spLocks/>
          </p:cNvSpPr>
          <p:nvPr/>
        </p:nvSpPr>
        <p:spPr bwMode="auto">
          <a:xfrm>
            <a:off x="3285307" y="5159577"/>
            <a:ext cx="218535" cy="429061"/>
          </a:xfrm>
          <a:custGeom>
            <a:avLst/>
            <a:gdLst/>
            <a:ahLst/>
            <a:cxnLst>
              <a:cxn ang="0">
                <a:pos x="156" y="54"/>
              </a:cxn>
              <a:cxn ang="0">
                <a:pos x="156" y="37"/>
              </a:cxn>
              <a:cxn ang="0">
                <a:pos x="133" y="20"/>
              </a:cxn>
              <a:cxn ang="0">
                <a:pos x="116" y="12"/>
              </a:cxn>
              <a:cxn ang="0">
                <a:pos x="100" y="21"/>
              </a:cxn>
              <a:cxn ang="0">
                <a:pos x="79" y="11"/>
              </a:cxn>
              <a:cxn ang="0">
                <a:pos x="75" y="0"/>
              </a:cxn>
              <a:cxn ang="0">
                <a:pos x="77" y="28"/>
              </a:cxn>
              <a:cxn ang="0">
                <a:pos x="90" y="74"/>
              </a:cxn>
              <a:cxn ang="0">
                <a:pos x="74" y="85"/>
              </a:cxn>
              <a:cxn ang="0">
                <a:pos x="58" y="89"/>
              </a:cxn>
              <a:cxn ang="0">
                <a:pos x="65" y="124"/>
              </a:cxn>
              <a:cxn ang="0">
                <a:pos x="50" y="128"/>
              </a:cxn>
              <a:cxn ang="0">
                <a:pos x="45" y="150"/>
              </a:cxn>
              <a:cxn ang="0">
                <a:pos x="49" y="162"/>
              </a:cxn>
              <a:cxn ang="0">
                <a:pos x="42" y="186"/>
              </a:cxn>
              <a:cxn ang="0">
                <a:pos x="20" y="200"/>
              </a:cxn>
              <a:cxn ang="0">
                <a:pos x="4" y="198"/>
              </a:cxn>
              <a:cxn ang="0">
                <a:pos x="18" y="218"/>
              </a:cxn>
              <a:cxn ang="0">
                <a:pos x="17" y="238"/>
              </a:cxn>
              <a:cxn ang="0">
                <a:pos x="0" y="242"/>
              </a:cxn>
              <a:cxn ang="0">
                <a:pos x="14" y="256"/>
              </a:cxn>
              <a:cxn ang="0">
                <a:pos x="10" y="277"/>
              </a:cxn>
              <a:cxn ang="0">
                <a:pos x="18" y="288"/>
              </a:cxn>
              <a:cxn ang="0">
                <a:pos x="57" y="313"/>
              </a:cxn>
              <a:cxn ang="0">
                <a:pos x="65" y="322"/>
              </a:cxn>
              <a:cxn ang="0">
                <a:pos x="42" y="280"/>
              </a:cxn>
              <a:cxn ang="0">
                <a:pos x="62" y="260"/>
              </a:cxn>
              <a:cxn ang="0">
                <a:pos x="100" y="238"/>
              </a:cxn>
              <a:cxn ang="0">
                <a:pos x="136" y="203"/>
              </a:cxn>
              <a:cxn ang="0">
                <a:pos x="158" y="166"/>
              </a:cxn>
              <a:cxn ang="0">
                <a:pos x="146" y="86"/>
              </a:cxn>
            </a:cxnLst>
            <a:rect l="0" t="0" r="r" b="b"/>
            <a:pathLst>
              <a:path w="164" h="322">
                <a:moveTo>
                  <a:pt x="146" y="86"/>
                </a:moveTo>
                <a:cubicBezTo>
                  <a:pt x="146" y="86"/>
                  <a:pt x="152" y="65"/>
                  <a:pt x="156" y="54"/>
                </a:cubicBezTo>
                <a:cubicBezTo>
                  <a:pt x="160" y="42"/>
                  <a:pt x="156" y="39"/>
                  <a:pt x="156" y="39"/>
                </a:cubicBezTo>
                <a:cubicBezTo>
                  <a:pt x="156" y="39"/>
                  <a:pt x="156" y="38"/>
                  <a:pt x="156" y="37"/>
                </a:cubicBezTo>
                <a:cubicBezTo>
                  <a:pt x="149" y="35"/>
                  <a:pt x="145" y="22"/>
                  <a:pt x="142" y="23"/>
                </a:cubicBezTo>
                <a:cubicBezTo>
                  <a:pt x="140" y="24"/>
                  <a:pt x="136" y="20"/>
                  <a:pt x="133" y="20"/>
                </a:cubicBezTo>
                <a:cubicBezTo>
                  <a:pt x="130" y="20"/>
                  <a:pt x="130" y="16"/>
                  <a:pt x="132" y="9"/>
                </a:cubicBezTo>
                <a:cubicBezTo>
                  <a:pt x="133" y="2"/>
                  <a:pt x="116" y="12"/>
                  <a:pt x="116" y="12"/>
                </a:cubicBezTo>
                <a:cubicBezTo>
                  <a:pt x="116" y="12"/>
                  <a:pt x="111" y="12"/>
                  <a:pt x="108" y="12"/>
                </a:cubicBezTo>
                <a:cubicBezTo>
                  <a:pt x="104" y="13"/>
                  <a:pt x="100" y="16"/>
                  <a:pt x="100" y="21"/>
                </a:cubicBezTo>
                <a:cubicBezTo>
                  <a:pt x="99" y="26"/>
                  <a:pt x="94" y="29"/>
                  <a:pt x="91" y="30"/>
                </a:cubicBezTo>
                <a:cubicBezTo>
                  <a:pt x="88" y="32"/>
                  <a:pt x="83" y="24"/>
                  <a:pt x="79" y="11"/>
                </a:cubicBezTo>
                <a:cubicBezTo>
                  <a:pt x="78" y="7"/>
                  <a:pt x="76" y="4"/>
                  <a:pt x="74" y="3"/>
                </a:cubicBezTo>
                <a:cubicBezTo>
                  <a:pt x="74" y="1"/>
                  <a:pt x="75" y="0"/>
                  <a:pt x="75" y="0"/>
                </a:cubicBezTo>
                <a:cubicBezTo>
                  <a:pt x="75" y="0"/>
                  <a:pt x="71" y="5"/>
                  <a:pt x="76" y="13"/>
                </a:cubicBezTo>
                <a:cubicBezTo>
                  <a:pt x="80" y="21"/>
                  <a:pt x="76" y="24"/>
                  <a:pt x="77" y="28"/>
                </a:cubicBezTo>
                <a:cubicBezTo>
                  <a:pt x="78" y="32"/>
                  <a:pt x="88" y="52"/>
                  <a:pt x="91" y="58"/>
                </a:cubicBezTo>
                <a:cubicBezTo>
                  <a:pt x="94" y="65"/>
                  <a:pt x="90" y="74"/>
                  <a:pt x="90" y="74"/>
                </a:cubicBezTo>
                <a:cubicBezTo>
                  <a:pt x="85" y="78"/>
                  <a:pt x="85" y="78"/>
                  <a:pt x="85" y="78"/>
                </a:cubicBezTo>
                <a:cubicBezTo>
                  <a:pt x="80" y="75"/>
                  <a:pt x="80" y="82"/>
                  <a:pt x="74" y="85"/>
                </a:cubicBezTo>
                <a:cubicBezTo>
                  <a:pt x="68" y="88"/>
                  <a:pt x="64" y="82"/>
                  <a:pt x="64" y="82"/>
                </a:cubicBezTo>
                <a:cubicBezTo>
                  <a:pt x="64" y="76"/>
                  <a:pt x="58" y="83"/>
                  <a:pt x="58" y="89"/>
                </a:cubicBezTo>
                <a:cubicBezTo>
                  <a:pt x="58" y="95"/>
                  <a:pt x="66" y="112"/>
                  <a:pt x="66" y="112"/>
                </a:cubicBezTo>
                <a:cubicBezTo>
                  <a:pt x="65" y="124"/>
                  <a:pt x="65" y="124"/>
                  <a:pt x="65" y="124"/>
                </a:cubicBezTo>
                <a:cubicBezTo>
                  <a:pt x="65" y="124"/>
                  <a:pt x="62" y="124"/>
                  <a:pt x="56" y="122"/>
                </a:cubicBezTo>
                <a:cubicBezTo>
                  <a:pt x="51" y="121"/>
                  <a:pt x="50" y="128"/>
                  <a:pt x="50" y="128"/>
                </a:cubicBezTo>
                <a:cubicBezTo>
                  <a:pt x="45" y="130"/>
                  <a:pt x="51" y="146"/>
                  <a:pt x="51" y="146"/>
                </a:cubicBezTo>
                <a:cubicBezTo>
                  <a:pt x="45" y="150"/>
                  <a:pt x="45" y="150"/>
                  <a:pt x="45" y="150"/>
                </a:cubicBezTo>
                <a:cubicBezTo>
                  <a:pt x="45" y="150"/>
                  <a:pt x="44" y="157"/>
                  <a:pt x="41" y="160"/>
                </a:cubicBezTo>
                <a:cubicBezTo>
                  <a:pt x="38" y="164"/>
                  <a:pt x="49" y="162"/>
                  <a:pt x="49" y="162"/>
                </a:cubicBezTo>
                <a:cubicBezTo>
                  <a:pt x="49" y="162"/>
                  <a:pt x="48" y="168"/>
                  <a:pt x="42" y="171"/>
                </a:cubicBezTo>
                <a:cubicBezTo>
                  <a:pt x="37" y="174"/>
                  <a:pt x="40" y="182"/>
                  <a:pt x="42" y="186"/>
                </a:cubicBezTo>
                <a:cubicBezTo>
                  <a:pt x="43" y="191"/>
                  <a:pt x="38" y="194"/>
                  <a:pt x="34" y="194"/>
                </a:cubicBezTo>
                <a:cubicBezTo>
                  <a:pt x="31" y="194"/>
                  <a:pt x="24" y="198"/>
                  <a:pt x="20" y="200"/>
                </a:cubicBezTo>
                <a:cubicBezTo>
                  <a:pt x="15" y="203"/>
                  <a:pt x="13" y="197"/>
                  <a:pt x="11" y="194"/>
                </a:cubicBezTo>
                <a:cubicBezTo>
                  <a:pt x="9" y="192"/>
                  <a:pt x="4" y="198"/>
                  <a:pt x="4" y="198"/>
                </a:cubicBezTo>
                <a:cubicBezTo>
                  <a:pt x="4" y="198"/>
                  <a:pt x="4" y="198"/>
                  <a:pt x="10" y="206"/>
                </a:cubicBezTo>
                <a:cubicBezTo>
                  <a:pt x="16" y="214"/>
                  <a:pt x="18" y="215"/>
                  <a:pt x="18" y="218"/>
                </a:cubicBezTo>
                <a:cubicBezTo>
                  <a:pt x="18" y="220"/>
                  <a:pt x="21" y="228"/>
                  <a:pt x="21" y="228"/>
                </a:cubicBezTo>
                <a:cubicBezTo>
                  <a:pt x="21" y="228"/>
                  <a:pt x="17" y="234"/>
                  <a:pt x="17" y="238"/>
                </a:cubicBezTo>
                <a:cubicBezTo>
                  <a:pt x="17" y="243"/>
                  <a:pt x="12" y="247"/>
                  <a:pt x="9" y="247"/>
                </a:cubicBezTo>
                <a:cubicBezTo>
                  <a:pt x="6" y="247"/>
                  <a:pt x="0" y="242"/>
                  <a:pt x="0" y="242"/>
                </a:cubicBezTo>
                <a:cubicBezTo>
                  <a:pt x="0" y="242"/>
                  <a:pt x="0" y="246"/>
                  <a:pt x="0" y="249"/>
                </a:cubicBezTo>
                <a:cubicBezTo>
                  <a:pt x="0" y="252"/>
                  <a:pt x="8" y="256"/>
                  <a:pt x="14" y="256"/>
                </a:cubicBezTo>
                <a:cubicBezTo>
                  <a:pt x="20" y="257"/>
                  <a:pt x="17" y="268"/>
                  <a:pt x="15" y="270"/>
                </a:cubicBezTo>
                <a:cubicBezTo>
                  <a:pt x="13" y="271"/>
                  <a:pt x="10" y="277"/>
                  <a:pt x="10" y="277"/>
                </a:cubicBezTo>
                <a:cubicBezTo>
                  <a:pt x="10" y="277"/>
                  <a:pt x="8" y="286"/>
                  <a:pt x="8" y="289"/>
                </a:cubicBezTo>
                <a:cubicBezTo>
                  <a:pt x="8" y="292"/>
                  <a:pt x="18" y="288"/>
                  <a:pt x="18" y="288"/>
                </a:cubicBezTo>
                <a:cubicBezTo>
                  <a:pt x="18" y="288"/>
                  <a:pt x="23" y="297"/>
                  <a:pt x="28" y="298"/>
                </a:cubicBezTo>
                <a:cubicBezTo>
                  <a:pt x="32" y="298"/>
                  <a:pt x="57" y="313"/>
                  <a:pt x="57" y="313"/>
                </a:cubicBezTo>
                <a:cubicBezTo>
                  <a:pt x="57" y="320"/>
                  <a:pt x="57" y="320"/>
                  <a:pt x="57" y="320"/>
                </a:cubicBezTo>
                <a:cubicBezTo>
                  <a:pt x="65" y="322"/>
                  <a:pt x="65" y="322"/>
                  <a:pt x="65" y="322"/>
                </a:cubicBezTo>
                <a:cubicBezTo>
                  <a:pt x="65" y="322"/>
                  <a:pt x="63" y="312"/>
                  <a:pt x="58" y="304"/>
                </a:cubicBezTo>
                <a:cubicBezTo>
                  <a:pt x="52" y="296"/>
                  <a:pt x="42" y="280"/>
                  <a:pt x="42" y="280"/>
                </a:cubicBezTo>
                <a:cubicBezTo>
                  <a:pt x="42" y="280"/>
                  <a:pt x="48" y="276"/>
                  <a:pt x="51" y="270"/>
                </a:cubicBezTo>
                <a:cubicBezTo>
                  <a:pt x="54" y="265"/>
                  <a:pt x="58" y="262"/>
                  <a:pt x="62" y="260"/>
                </a:cubicBezTo>
                <a:cubicBezTo>
                  <a:pt x="65" y="258"/>
                  <a:pt x="79" y="254"/>
                  <a:pt x="85" y="253"/>
                </a:cubicBezTo>
                <a:cubicBezTo>
                  <a:pt x="91" y="252"/>
                  <a:pt x="97" y="244"/>
                  <a:pt x="100" y="238"/>
                </a:cubicBezTo>
                <a:cubicBezTo>
                  <a:pt x="102" y="232"/>
                  <a:pt x="112" y="221"/>
                  <a:pt x="121" y="214"/>
                </a:cubicBezTo>
                <a:cubicBezTo>
                  <a:pt x="130" y="208"/>
                  <a:pt x="132" y="206"/>
                  <a:pt x="136" y="203"/>
                </a:cubicBezTo>
                <a:cubicBezTo>
                  <a:pt x="139" y="200"/>
                  <a:pt x="148" y="194"/>
                  <a:pt x="152" y="188"/>
                </a:cubicBezTo>
                <a:cubicBezTo>
                  <a:pt x="157" y="182"/>
                  <a:pt x="156" y="171"/>
                  <a:pt x="158" y="166"/>
                </a:cubicBezTo>
                <a:cubicBezTo>
                  <a:pt x="161" y="160"/>
                  <a:pt x="164" y="151"/>
                  <a:pt x="164" y="151"/>
                </a:cubicBezTo>
                <a:lnTo>
                  <a:pt x="146" y="86"/>
                </a:lnTo>
                <a:close/>
              </a:path>
            </a:pathLst>
          </a:custGeom>
          <a:solidFill>
            <a:srgbClr val="EDAB37"/>
          </a:solidFill>
          <a:ln w="9525" cap="flat">
            <a:solidFill>
              <a:srgbClr val="EDAB37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109" name="Freeform 95">
            <a:extLst>
              <a:ext uri="{FF2B5EF4-FFF2-40B4-BE49-F238E27FC236}">
                <a16:creationId xmlns:a16="http://schemas.microsoft.com/office/drawing/2014/main" id="{74A736D8-A5E9-6222-59F3-8C7F0242B64E}"/>
              </a:ext>
            </a:extLst>
          </p:cNvPr>
          <p:cNvSpPr>
            <a:spLocks/>
          </p:cNvSpPr>
          <p:nvPr/>
        </p:nvSpPr>
        <p:spPr bwMode="auto">
          <a:xfrm>
            <a:off x="2215515" y="3700769"/>
            <a:ext cx="108975" cy="119354"/>
          </a:xfrm>
          <a:custGeom>
            <a:avLst/>
            <a:gdLst/>
            <a:ahLst/>
            <a:cxnLst>
              <a:cxn ang="0">
                <a:pos x="79" y="0"/>
              </a:cxn>
              <a:cxn ang="0">
                <a:pos x="65" y="1"/>
              </a:cxn>
              <a:cxn ang="0">
                <a:pos x="53" y="1"/>
              </a:cxn>
              <a:cxn ang="0">
                <a:pos x="39" y="19"/>
              </a:cxn>
              <a:cxn ang="0">
                <a:pos x="0" y="69"/>
              </a:cxn>
              <a:cxn ang="0">
                <a:pos x="7" y="75"/>
              </a:cxn>
              <a:cxn ang="0">
                <a:pos x="31" y="89"/>
              </a:cxn>
              <a:cxn ang="0">
                <a:pos x="43" y="67"/>
              </a:cxn>
              <a:cxn ang="0">
                <a:pos x="58" y="55"/>
              </a:cxn>
              <a:cxn ang="0">
                <a:pos x="68" y="51"/>
              </a:cxn>
              <a:cxn ang="0">
                <a:pos x="81" y="51"/>
              </a:cxn>
              <a:cxn ang="0">
                <a:pos x="76" y="29"/>
              </a:cxn>
              <a:cxn ang="0">
                <a:pos x="79" y="0"/>
              </a:cxn>
            </a:cxnLst>
            <a:rect l="0" t="0" r="r" b="b"/>
            <a:pathLst>
              <a:path w="81" h="89">
                <a:moveTo>
                  <a:pt x="79" y="0"/>
                </a:moveTo>
                <a:cubicBezTo>
                  <a:pt x="79" y="0"/>
                  <a:pt x="74" y="1"/>
                  <a:pt x="65" y="1"/>
                </a:cubicBezTo>
                <a:cubicBezTo>
                  <a:pt x="60" y="1"/>
                  <a:pt x="56" y="1"/>
                  <a:pt x="53" y="1"/>
                </a:cubicBezTo>
                <a:cubicBezTo>
                  <a:pt x="48" y="7"/>
                  <a:pt x="39" y="19"/>
                  <a:pt x="39" y="19"/>
                </a:cubicBezTo>
                <a:cubicBezTo>
                  <a:pt x="0" y="69"/>
                  <a:pt x="0" y="69"/>
                  <a:pt x="0" y="69"/>
                </a:cubicBezTo>
                <a:cubicBezTo>
                  <a:pt x="0" y="69"/>
                  <a:pt x="4" y="72"/>
                  <a:pt x="7" y="75"/>
                </a:cubicBezTo>
                <a:cubicBezTo>
                  <a:pt x="11" y="79"/>
                  <a:pt x="31" y="89"/>
                  <a:pt x="31" y="89"/>
                </a:cubicBezTo>
                <a:cubicBezTo>
                  <a:pt x="43" y="67"/>
                  <a:pt x="43" y="67"/>
                  <a:pt x="43" y="67"/>
                </a:cubicBezTo>
                <a:cubicBezTo>
                  <a:pt x="58" y="55"/>
                  <a:pt x="58" y="55"/>
                  <a:pt x="58" y="55"/>
                </a:cubicBezTo>
                <a:cubicBezTo>
                  <a:pt x="58" y="55"/>
                  <a:pt x="65" y="51"/>
                  <a:pt x="68" y="51"/>
                </a:cubicBezTo>
                <a:cubicBezTo>
                  <a:pt x="70" y="52"/>
                  <a:pt x="81" y="51"/>
                  <a:pt x="81" y="51"/>
                </a:cubicBezTo>
                <a:cubicBezTo>
                  <a:pt x="81" y="51"/>
                  <a:pt x="76" y="41"/>
                  <a:pt x="76" y="29"/>
                </a:cubicBezTo>
                <a:cubicBezTo>
                  <a:pt x="77" y="17"/>
                  <a:pt x="79" y="0"/>
                  <a:pt x="79" y="0"/>
                </a:cubicBezTo>
                <a:close/>
              </a:path>
            </a:pathLst>
          </a:custGeom>
          <a:solidFill>
            <a:srgbClr val="A9D538">
              <a:lumMod val="75000"/>
            </a:srgbClr>
          </a:solidFill>
          <a:ln w="9525" cap="rnd">
            <a:solidFill>
              <a:srgbClr val="84B22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110" name="Freeform 33">
            <a:extLst>
              <a:ext uri="{FF2B5EF4-FFF2-40B4-BE49-F238E27FC236}">
                <a16:creationId xmlns:a16="http://schemas.microsoft.com/office/drawing/2014/main" id="{7D9BDE51-DFCA-D5CB-D144-F8A72108E385}"/>
              </a:ext>
            </a:extLst>
          </p:cNvPr>
          <p:cNvSpPr>
            <a:spLocks/>
          </p:cNvSpPr>
          <p:nvPr/>
        </p:nvSpPr>
        <p:spPr bwMode="auto">
          <a:xfrm>
            <a:off x="2271149" y="3760266"/>
            <a:ext cx="110984" cy="59496"/>
          </a:xfrm>
          <a:custGeom>
            <a:avLst/>
            <a:gdLst/>
            <a:ahLst/>
            <a:cxnLst>
              <a:cxn ang="0">
                <a:pos x="39" y="7"/>
              </a:cxn>
              <a:cxn ang="0">
                <a:pos x="26" y="7"/>
              </a:cxn>
              <a:cxn ang="0">
                <a:pos x="16" y="11"/>
              </a:cxn>
              <a:cxn ang="0">
                <a:pos x="1" y="23"/>
              </a:cxn>
              <a:cxn ang="0">
                <a:pos x="0" y="25"/>
              </a:cxn>
              <a:cxn ang="0">
                <a:pos x="3" y="36"/>
              </a:cxn>
              <a:cxn ang="0">
                <a:pos x="8" y="39"/>
              </a:cxn>
              <a:cxn ang="0">
                <a:pos x="11" y="45"/>
              </a:cxn>
              <a:cxn ang="0">
                <a:pos x="14" y="40"/>
              </a:cxn>
              <a:cxn ang="0">
                <a:pos x="24" y="35"/>
              </a:cxn>
              <a:cxn ang="0">
                <a:pos x="54" y="35"/>
              </a:cxn>
              <a:cxn ang="0">
                <a:pos x="67" y="42"/>
              </a:cxn>
              <a:cxn ang="0">
                <a:pos x="83" y="40"/>
              </a:cxn>
              <a:cxn ang="0">
                <a:pos x="67" y="0"/>
              </a:cxn>
              <a:cxn ang="0">
                <a:pos x="39" y="7"/>
              </a:cxn>
            </a:cxnLst>
            <a:rect l="0" t="0" r="r" b="b"/>
            <a:pathLst>
              <a:path w="83" h="45">
                <a:moveTo>
                  <a:pt x="39" y="7"/>
                </a:moveTo>
                <a:cubicBezTo>
                  <a:pt x="39" y="7"/>
                  <a:pt x="28" y="8"/>
                  <a:pt x="26" y="7"/>
                </a:cubicBezTo>
                <a:cubicBezTo>
                  <a:pt x="23" y="7"/>
                  <a:pt x="16" y="11"/>
                  <a:pt x="16" y="11"/>
                </a:cubicBezTo>
                <a:cubicBezTo>
                  <a:pt x="1" y="23"/>
                  <a:pt x="1" y="23"/>
                  <a:pt x="1" y="23"/>
                </a:cubicBezTo>
                <a:cubicBezTo>
                  <a:pt x="0" y="25"/>
                  <a:pt x="0" y="25"/>
                  <a:pt x="0" y="25"/>
                </a:cubicBezTo>
                <a:cubicBezTo>
                  <a:pt x="1" y="29"/>
                  <a:pt x="3" y="34"/>
                  <a:pt x="3" y="36"/>
                </a:cubicBezTo>
                <a:cubicBezTo>
                  <a:pt x="3" y="39"/>
                  <a:pt x="8" y="39"/>
                  <a:pt x="8" y="39"/>
                </a:cubicBezTo>
                <a:cubicBezTo>
                  <a:pt x="11" y="45"/>
                  <a:pt x="11" y="45"/>
                  <a:pt x="11" y="45"/>
                </a:cubicBezTo>
                <a:cubicBezTo>
                  <a:pt x="14" y="40"/>
                  <a:pt x="14" y="40"/>
                  <a:pt x="14" y="40"/>
                </a:cubicBezTo>
                <a:cubicBezTo>
                  <a:pt x="14" y="40"/>
                  <a:pt x="18" y="37"/>
                  <a:pt x="24" y="35"/>
                </a:cubicBezTo>
                <a:cubicBezTo>
                  <a:pt x="30" y="34"/>
                  <a:pt x="49" y="35"/>
                  <a:pt x="54" y="35"/>
                </a:cubicBezTo>
                <a:cubicBezTo>
                  <a:pt x="58" y="35"/>
                  <a:pt x="65" y="44"/>
                  <a:pt x="67" y="42"/>
                </a:cubicBezTo>
                <a:cubicBezTo>
                  <a:pt x="69" y="39"/>
                  <a:pt x="83" y="40"/>
                  <a:pt x="83" y="40"/>
                </a:cubicBezTo>
                <a:cubicBezTo>
                  <a:pt x="67" y="0"/>
                  <a:pt x="67" y="0"/>
                  <a:pt x="67" y="0"/>
                </a:cubicBezTo>
                <a:cubicBezTo>
                  <a:pt x="54" y="0"/>
                  <a:pt x="39" y="7"/>
                  <a:pt x="39" y="7"/>
                </a:cubicBezTo>
                <a:close/>
              </a:path>
            </a:pathLst>
          </a:custGeom>
          <a:solidFill>
            <a:srgbClr val="A9D538">
              <a:lumMod val="75000"/>
            </a:srgbClr>
          </a:solidFill>
          <a:ln w="9525" cap="flat">
            <a:solidFill>
              <a:srgbClr val="84B220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111" name="Freeform 14">
            <a:extLst>
              <a:ext uri="{FF2B5EF4-FFF2-40B4-BE49-F238E27FC236}">
                <a16:creationId xmlns:a16="http://schemas.microsoft.com/office/drawing/2014/main" id="{B2E971E3-62C6-F1E5-4119-7F81DEEAD0AB}"/>
              </a:ext>
            </a:extLst>
          </p:cNvPr>
          <p:cNvSpPr>
            <a:spLocks/>
          </p:cNvSpPr>
          <p:nvPr/>
        </p:nvSpPr>
        <p:spPr bwMode="auto">
          <a:xfrm>
            <a:off x="1691249" y="2682043"/>
            <a:ext cx="406178" cy="546910"/>
          </a:xfrm>
          <a:custGeom>
            <a:avLst/>
            <a:gdLst/>
            <a:ahLst/>
            <a:cxnLst>
              <a:cxn ang="0">
                <a:pos x="186" y="371"/>
              </a:cxn>
              <a:cxn ang="0">
                <a:pos x="198" y="380"/>
              </a:cxn>
              <a:cxn ang="0">
                <a:pos x="219" y="395"/>
              </a:cxn>
              <a:cxn ang="0">
                <a:pos x="235" y="398"/>
              </a:cxn>
              <a:cxn ang="0">
                <a:pos x="252" y="404"/>
              </a:cxn>
              <a:cxn ang="0">
                <a:pos x="266" y="406"/>
              </a:cxn>
              <a:cxn ang="0">
                <a:pos x="283" y="411"/>
              </a:cxn>
              <a:cxn ang="0">
                <a:pos x="286" y="406"/>
              </a:cxn>
              <a:cxn ang="0">
                <a:pos x="288" y="406"/>
              </a:cxn>
              <a:cxn ang="0">
                <a:pos x="285" y="397"/>
              </a:cxn>
              <a:cxn ang="0">
                <a:pos x="282" y="392"/>
              </a:cxn>
              <a:cxn ang="0">
                <a:pos x="281" y="378"/>
              </a:cxn>
              <a:cxn ang="0">
                <a:pos x="269" y="371"/>
              </a:cxn>
              <a:cxn ang="0">
                <a:pos x="266" y="353"/>
              </a:cxn>
              <a:cxn ang="0">
                <a:pos x="275" y="331"/>
              </a:cxn>
              <a:cxn ang="0">
                <a:pos x="288" y="307"/>
              </a:cxn>
              <a:cxn ang="0">
                <a:pos x="296" y="290"/>
              </a:cxn>
              <a:cxn ang="0">
                <a:pos x="302" y="260"/>
              </a:cxn>
              <a:cxn ang="0">
                <a:pos x="302" y="235"/>
              </a:cxn>
              <a:cxn ang="0">
                <a:pos x="296" y="209"/>
              </a:cxn>
              <a:cxn ang="0">
                <a:pos x="292" y="177"/>
              </a:cxn>
              <a:cxn ang="0">
                <a:pos x="284" y="167"/>
              </a:cxn>
              <a:cxn ang="0">
                <a:pos x="269" y="144"/>
              </a:cxn>
              <a:cxn ang="0">
                <a:pos x="272" y="124"/>
              </a:cxn>
              <a:cxn ang="0">
                <a:pos x="264" y="122"/>
              </a:cxn>
              <a:cxn ang="0">
                <a:pos x="250" y="114"/>
              </a:cxn>
              <a:cxn ang="0">
                <a:pos x="240" y="109"/>
              </a:cxn>
              <a:cxn ang="0">
                <a:pos x="232" y="97"/>
              </a:cxn>
              <a:cxn ang="0">
                <a:pos x="231" y="75"/>
              </a:cxn>
              <a:cxn ang="0">
                <a:pos x="223" y="45"/>
              </a:cxn>
              <a:cxn ang="0">
                <a:pos x="201" y="20"/>
              </a:cxn>
              <a:cxn ang="0">
                <a:pos x="189" y="0"/>
              </a:cxn>
              <a:cxn ang="0">
                <a:pos x="188" y="1"/>
              </a:cxn>
              <a:cxn ang="0">
                <a:pos x="150" y="6"/>
              </a:cxn>
              <a:cxn ang="0">
                <a:pos x="120" y="5"/>
              </a:cxn>
              <a:cxn ang="0">
                <a:pos x="102" y="11"/>
              </a:cxn>
              <a:cxn ang="0">
                <a:pos x="70" y="24"/>
              </a:cxn>
              <a:cxn ang="0">
                <a:pos x="38" y="24"/>
              </a:cxn>
              <a:cxn ang="0">
                <a:pos x="9" y="25"/>
              </a:cxn>
              <a:cxn ang="0">
                <a:pos x="1" y="29"/>
              </a:cxn>
              <a:cxn ang="0">
                <a:pos x="0" y="29"/>
              </a:cxn>
              <a:cxn ang="0">
                <a:pos x="4" y="38"/>
              </a:cxn>
              <a:cxn ang="0">
                <a:pos x="12" y="55"/>
              </a:cxn>
              <a:cxn ang="0">
                <a:pos x="8" y="65"/>
              </a:cxn>
              <a:cxn ang="0">
                <a:pos x="17" y="68"/>
              </a:cxn>
              <a:cxn ang="0">
                <a:pos x="16" y="76"/>
              </a:cxn>
              <a:cxn ang="0">
                <a:pos x="18" y="85"/>
              </a:cxn>
              <a:cxn ang="0">
                <a:pos x="38" y="81"/>
              </a:cxn>
              <a:cxn ang="0">
                <a:pos x="60" y="97"/>
              </a:cxn>
              <a:cxn ang="0">
                <a:pos x="96" y="161"/>
              </a:cxn>
              <a:cxn ang="0">
                <a:pos x="111" y="215"/>
              </a:cxn>
              <a:cxn ang="0">
                <a:pos x="132" y="253"/>
              </a:cxn>
              <a:cxn ang="0">
                <a:pos x="133" y="265"/>
              </a:cxn>
              <a:cxn ang="0">
                <a:pos x="130" y="275"/>
              </a:cxn>
              <a:cxn ang="0">
                <a:pos x="131" y="284"/>
              </a:cxn>
              <a:cxn ang="0">
                <a:pos x="137" y="291"/>
              </a:cxn>
              <a:cxn ang="0">
                <a:pos x="142" y="319"/>
              </a:cxn>
              <a:cxn ang="0">
                <a:pos x="160" y="379"/>
              </a:cxn>
              <a:cxn ang="0">
                <a:pos x="174" y="373"/>
              </a:cxn>
              <a:cxn ang="0">
                <a:pos x="186" y="373"/>
              </a:cxn>
              <a:cxn ang="0">
                <a:pos x="186" y="373"/>
              </a:cxn>
              <a:cxn ang="0">
                <a:pos x="186" y="371"/>
              </a:cxn>
            </a:cxnLst>
            <a:rect l="0" t="0" r="r" b="b"/>
            <a:pathLst>
              <a:path w="306" h="411">
                <a:moveTo>
                  <a:pt x="186" y="371"/>
                </a:moveTo>
                <a:cubicBezTo>
                  <a:pt x="186" y="367"/>
                  <a:pt x="196" y="375"/>
                  <a:pt x="198" y="380"/>
                </a:cubicBezTo>
                <a:cubicBezTo>
                  <a:pt x="200" y="385"/>
                  <a:pt x="214" y="391"/>
                  <a:pt x="219" y="395"/>
                </a:cubicBezTo>
                <a:cubicBezTo>
                  <a:pt x="224" y="399"/>
                  <a:pt x="231" y="395"/>
                  <a:pt x="235" y="398"/>
                </a:cubicBezTo>
                <a:cubicBezTo>
                  <a:pt x="238" y="401"/>
                  <a:pt x="246" y="405"/>
                  <a:pt x="252" y="404"/>
                </a:cubicBezTo>
                <a:cubicBezTo>
                  <a:pt x="258" y="403"/>
                  <a:pt x="261" y="402"/>
                  <a:pt x="266" y="406"/>
                </a:cubicBezTo>
                <a:cubicBezTo>
                  <a:pt x="272" y="411"/>
                  <a:pt x="277" y="411"/>
                  <a:pt x="283" y="411"/>
                </a:cubicBezTo>
                <a:cubicBezTo>
                  <a:pt x="285" y="411"/>
                  <a:pt x="286" y="408"/>
                  <a:pt x="286" y="406"/>
                </a:cubicBezTo>
                <a:cubicBezTo>
                  <a:pt x="285" y="403"/>
                  <a:pt x="288" y="406"/>
                  <a:pt x="288" y="406"/>
                </a:cubicBezTo>
                <a:cubicBezTo>
                  <a:pt x="285" y="397"/>
                  <a:pt x="285" y="397"/>
                  <a:pt x="285" y="397"/>
                </a:cubicBezTo>
                <a:cubicBezTo>
                  <a:pt x="285" y="397"/>
                  <a:pt x="285" y="397"/>
                  <a:pt x="282" y="392"/>
                </a:cubicBezTo>
                <a:cubicBezTo>
                  <a:pt x="280" y="387"/>
                  <a:pt x="281" y="378"/>
                  <a:pt x="281" y="378"/>
                </a:cubicBezTo>
                <a:cubicBezTo>
                  <a:pt x="281" y="378"/>
                  <a:pt x="277" y="379"/>
                  <a:pt x="269" y="371"/>
                </a:cubicBezTo>
                <a:cubicBezTo>
                  <a:pt x="261" y="363"/>
                  <a:pt x="266" y="359"/>
                  <a:pt x="266" y="353"/>
                </a:cubicBezTo>
                <a:cubicBezTo>
                  <a:pt x="267" y="347"/>
                  <a:pt x="264" y="337"/>
                  <a:pt x="275" y="331"/>
                </a:cubicBezTo>
                <a:cubicBezTo>
                  <a:pt x="286" y="326"/>
                  <a:pt x="286" y="314"/>
                  <a:pt x="288" y="307"/>
                </a:cubicBezTo>
                <a:cubicBezTo>
                  <a:pt x="291" y="299"/>
                  <a:pt x="298" y="296"/>
                  <a:pt x="296" y="290"/>
                </a:cubicBezTo>
                <a:cubicBezTo>
                  <a:pt x="295" y="284"/>
                  <a:pt x="299" y="265"/>
                  <a:pt x="302" y="260"/>
                </a:cubicBezTo>
                <a:cubicBezTo>
                  <a:pt x="306" y="255"/>
                  <a:pt x="302" y="235"/>
                  <a:pt x="302" y="235"/>
                </a:cubicBezTo>
                <a:cubicBezTo>
                  <a:pt x="296" y="229"/>
                  <a:pt x="296" y="216"/>
                  <a:pt x="296" y="209"/>
                </a:cubicBezTo>
                <a:cubicBezTo>
                  <a:pt x="296" y="203"/>
                  <a:pt x="292" y="177"/>
                  <a:pt x="292" y="177"/>
                </a:cubicBezTo>
                <a:cubicBezTo>
                  <a:pt x="292" y="177"/>
                  <a:pt x="290" y="174"/>
                  <a:pt x="284" y="167"/>
                </a:cubicBezTo>
                <a:cubicBezTo>
                  <a:pt x="279" y="159"/>
                  <a:pt x="268" y="149"/>
                  <a:pt x="269" y="144"/>
                </a:cubicBezTo>
                <a:cubicBezTo>
                  <a:pt x="270" y="139"/>
                  <a:pt x="273" y="134"/>
                  <a:pt x="272" y="124"/>
                </a:cubicBezTo>
                <a:cubicBezTo>
                  <a:pt x="270" y="114"/>
                  <a:pt x="267" y="120"/>
                  <a:pt x="264" y="122"/>
                </a:cubicBezTo>
                <a:cubicBezTo>
                  <a:pt x="262" y="124"/>
                  <a:pt x="252" y="119"/>
                  <a:pt x="250" y="114"/>
                </a:cubicBezTo>
                <a:cubicBezTo>
                  <a:pt x="248" y="109"/>
                  <a:pt x="240" y="113"/>
                  <a:pt x="240" y="109"/>
                </a:cubicBezTo>
                <a:cubicBezTo>
                  <a:pt x="239" y="104"/>
                  <a:pt x="235" y="103"/>
                  <a:pt x="232" y="97"/>
                </a:cubicBezTo>
                <a:cubicBezTo>
                  <a:pt x="230" y="91"/>
                  <a:pt x="232" y="84"/>
                  <a:pt x="231" y="75"/>
                </a:cubicBezTo>
                <a:cubicBezTo>
                  <a:pt x="230" y="65"/>
                  <a:pt x="224" y="55"/>
                  <a:pt x="223" y="45"/>
                </a:cubicBezTo>
                <a:cubicBezTo>
                  <a:pt x="222" y="35"/>
                  <a:pt x="206" y="28"/>
                  <a:pt x="201" y="20"/>
                </a:cubicBezTo>
                <a:cubicBezTo>
                  <a:pt x="198" y="15"/>
                  <a:pt x="192" y="6"/>
                  <a:pt x="189" y="0"/>
                </a:cubicBezTo>
                <a:cubicBezTo>
                  <a:pt x="188" y="1"/>
                  <a:pt x="188" y="1"/>
                  <a:pt x="188" y="1"/>
                </a:cubicBezTo>
                <a:cubicBezTo>
                  <a:pt x="184" y="1"/>
                  <a:pt x="156" y="11"/>
                  <a:pt x="150" y="6"/>
                </a:cubicBezTo>
                <a:cubicBezTo>
                  <a:pt x="145" y="1"/>
                  <a:pt x="120" y="5"/>
                  <a:pt x="120" y="5"/>
                </a:cubicBezTo>
                <a:cubicBezTo>
                  <a:pt x="120" y="5"/>
                  <a:pt x="116" y="11"/>
                  <a:pt x="102" y="11"/>
                </a:cubicBezTo>
                <a:cubicBezTo>
                  <a:pt x="87" y="11"/>
                  <a:pt x="80" y="25"/>
                  <a:pt x="70" y="24"/>
                </a:cubicBezTo>
                <a:cubicBezTo>
                  <a:pt x="59" y="23"/>
                  <a:pt x="46" y="21"/>
                  <a:pt x="38" y="24"/>
                </a:cubicBezTo>
                <a:cubicBezTo>
                  <a:pt x="30" y="27"/>
                  <a:pt x="13" y="25"/>
                  <a:pt x="9" y="25"/>
                </a:cubicBezTo>
                <a:cubicBezTo>
                  <a:pt x="7" y="24"/>
                  <a:pt x="4" y="27"/>
                  <a:pt x="1" y="29"/>
                </a:cubicBezTo>
                <a:cubicBezTo>
                  <a:pt x="1" y="29"/>
                  <a:pt x="1" y="29"/>
                  <a:pt x="0" y="29"/>
                </a:cubicBezTo>
                <a:cubicBezTo>
                  <a:pt x="4" y="29"/>
                  <a:pt x="4" y="35"/>
                  <a:pt x="4" y="38"/>
                </a:cubicBezTo>
                <a:cubicBezTo>
                  <a:pt x="4" y="41"/>
                  <a:pt x="12" y="55"/>
                  <a:pt x="12" y="55"/>
                </a:cubicBezTo>
                <a:cubicBezTo>
                  <a:pt x="12" y="55"/>
                  <a:pt x="8" y="59"/>
                  <a:pt x="8" y="65"/>
                </a:cubicBezTo>
                <a:cubicBezTo>
                  <a:pt x="8" y="71"/>
                  <a:pt x="13" y="69"/>
                  <a:pt x="17" y="68"/>
                </a:cubicBezTo>
                <a:cubicBezTo>
                  <a:pt x="21" y="67"/>
                  <a:pt x="18" y="73"/>
                  <a:pt x="16" y="76"/>
                </a:cubicBezTo>
                <a:cubicBezTo>
                  <a:pt x="15" y="79"/>
                  <a:pt x="13" y="85"/>
                  <a:pt x="18" y="85"/>
                </a:cubicBezTo>
                <a:cubicBezTo>
                  <a:pt x="24" y="85"/>
                  <a:pt x="38" y="81"/>
                  <a:pt x="38" y="81"/>
                </a:cubicBezTo>
                <a:cubicBezTo>
                  <a:pt x="46" y="77"/>
                  <a:pt x="52" y="88"/>
                  <a:pt x="60" y="97"/>
                </a:cubicBezTo>
                <a:cubicBezTo>
                  <a:pt x="68" y="107"/>
                  <a:pt x="87" y="143"/>
                  <a:pt x="96" y="161"/>
                </a:cubicBezTo>
                <a:cubicBezTo>
                  <a:pt x="104" y="179"/>
                  <a:pt x="106" y="199"/>
                  <a:pt x="111" y="215"/>
                </a:cubicBezTo>
                <a:cubicBezTo>
                  <a:pt x="116" y="231"/>
                  <a:pt x="129" y="242"/>
                  <a:pt x="132" y="253"/>
                </a:cubicBezTo>
                <a:cubicBezTo>
                  <a:pt x="134" y="263"/>
                  <a:pt x="133" y="265"/>
                  <a:pt x="133" y="265"/>
                </a:cubicBezTo>
                <a:cubicBezTo>
                  <a:pt x="133" y="265"/>
                  <a:pt x="131" y="269"/>
                  <a:pt x="130" y="275"/>
                </a:cubicBezTo>
                <a:cubicBezTo>
                  <a:pt x="128" y="281"/>
                  <a:pt x="124" y="282"/>
                  <a:pt x="131" y="284"/>
                </a:cubicBezTo>
                <a:cubicBezTo>
                  <a:pt x="138" y="286"/>
                  <a:pt x="137" y="291"/>
                  <a:pt x="137" y="291"/>
                </a:cubicBezTo>
                <a:cubicBezTo>
                  <a:pt x="137" y="291"/>
                  <a:pt x="138" y="305"/>
                  <a:pt x="142" y="319"/>
                </a:cubicBezTo>
                <a:cubicBezTo>
                  <a:pt x="146" y="334"/>
                  <a:pt x="159" y="377"/>
                  <a:pt x="160" y="379"/>
                </a:cubicBezTo>
                <a:cubicBezTo>
                  <a:pt x="165" y="377"/>
                  <a:pt x="172" y="375"/>
                  <a:pt x="174" y="373"/>
                </a:cubicBezTo>
                <a:cubicBezTo>
                  <a:pt x="176" y="371"/>
                  <a:pt x="182" y="371"/>
                  <a:pt x="186" y="373"/>
                </a:cubicBezTo>
                <a:cubicBezTo>
                  <a:pt x="186" y="373"/>
                  <a:pt x="186" y="373"/>
                  <a:pt x="186" y="373"/>
                </a:cubicBezTo>
                <a:cubicBezTo>
                  <a:pt x="186" y="372"/>
                  <a:pt x="186" y="372"/>
                  <a:pt x="186" y="371"/>
                </a:cubicBezTo>
                <a:close/>
              </a:path>
            </a:pathLst>
          </a:custGeom>
          <a:solidFill>
            <a:srgbClr val="808A93"/>
          </a:solidFill>
          <a:ln w="9525">
            <a:solidFill>
              <a:srgbClr val="808A93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112" name="Freeform 58">
            <a:extLst>
              <a:ext uri="{FF2B5EF4-FFF2-40B4-BE49-F238E27FC236}">
                <a16:creationId xmlns:a16="http://schemas.microsoft.com/office/drawing/2014/main" id="{3476F864-B654-3DAB-00FA-898579FCED72}"/>
              </a:ext>
            </a:extLst>
          </p:cNvPr>
          <p:cNvSpPr>
            <a:spLocks/>
          </p:cNvSpPr>
          <p:nvPr/>
        </p:nvSpPr>
        <p:spPr bwMode="auto">
          <a:xfrm>
            <a:off x="1826616" y="3172165"/>
            <a:ext cx="321510" cy="551486"/>
          </a:xfrm>
          <a:custGeom>
            <a:avLst/>
            <a:gdLst/>
            <a:ahLst/>
            <a:cxnLst>
              <a:cxn ang="0">
                <a:pos x="228" y="339"/>
              </a:cxn>
              <a:cxn ang="0">
                <a:pos x="204" y="343"/>
              </a:cxn>
              <a:cxn ang="0">
                <a:pos x="181" y="345"/>
              </a:cxn>
              <a:cxn ang="0">
                <a:pos x="177" y="323"/>
              </a:cxn>
              <a:cxn ang="0">
                <a:pos x="192" y="314"/>
              </a:cxn>
              <a:cxn ang="0">
                <a:pos x="191" y="308"/>
              </a:cxn>
              <a:cxn ang="0">
                <a:pos x="188" y="298"/>
              </a:cxn>
              <a:cxn ang="0">
                <a:pos x="196" y="268"/>
              </a:cxn>
              <a:cxn ang="0">
                <a:pos x="208" y="239"/>
              </a:cxn>
              <a:cxn ang="0">
                <a:pos x="178" y="206"/>
              </a:cxn>
              <a:cxn ang="0">
                <a:pos x="123" y="182"/>
              </a:cxn>
              <a:cxn ang="0">
                <a:pos x="124" y="148"/>
              </a:cxn>
              <a:cxn ang="0">
                <a:pos x="124" y="104"/>
              </a:cxn>
              <a:cxn ang="0">
                <a:pos x="117" y="66"/>
              </a:cxn>
              <a:cxn ang="0">
                <a:pos x="108" y="50"/>
              </a:cxn>
              <a:cxn ang="0">
                <a:pos x="104" y="35"/>
              </a:cxn>
              <a:cxn ang="0">
                <a:pos x="90" y="20"/>
              </a:cxn>
              <a:cxn ang="0">
                <a:pos x="82" y="2"/>
              </a:cxn>
              <a:cxn ang="0">
                <a:pos x="70" y="2"/>
              </a:cxn>
              <a:cxn ang="0">
                <a:pos x="56" y="8"/>
              </a:cxn>
              <a:cxn ang="0">
                <a:pos x="56" y="8"/>
              </a:cxn>
              <a:cxn ang="0">
                <a:pos x="72" y="122"/>
              </a:cxn>
              <a:cxn ang="0">
                <a:pos x="56" y="246"/>
              </a:cxn>
              <a:cxn ang="0">
                <a:pos x="31" y="285"/>
              </a:cxn>
              <a:cxn ang="0">
                <a:pos x="26" y="284"/>
              </a:cxn>
              <a:cxn ang="0">
                <a:pos x="25" y="312"/>
              </a:cxn>
              <a:cxn ang="0">
                <a:pos x="44" y="313"/>
              </a:cxn>
              <a:cxn ang="0">
                <a:pos x="48" y="337"/>
              </a:cxn>
              <a:cxn ang="0">
                <a:pos x="42" y="340"/>
              </a:cxn>
              <a:cxn ang="0">
                <a:pos x="32" y="338"/>
              </a:cxn>
              <a:cxn ang="0">
                <a:pos x="31" y="344"/>
              </a:cxn>
              <a:cxn ang="0">
                <a:pos x="34" y="358"/>
              </a:cxn>
              <a:cxn ang="0">
                <a:pos x="21" y="376"/>
              </a:cxn>
              <a:cxn ang="0">
                <a:pos x="12" y="390"/>
              </a:cxn>
              <a:cxn ang="0">
                <a:pos x="0" y="399"/>
              </a:cxn>
              <a:cxn ang="0">
                <a:pos x="3" y="406"/>
              </a:cxn>
              <a:cxn ang="0">
                <a:pos x="14" y="408"/>
              </a:cxn>
              <a:cxn ang="0">
                <a:pos x="43" y="410"/>
              </a:cxn>
              <a:cxn ang="0">
                <a:pos x="67" y="414"/>
              </a:cxn>
              <a:cxn ang="0">
                <a:pos x="72" y="409"/>
              </a:cxn>
              <a:cxn ang="0">
                <a:pos x="67" y="382"/>
              </a:cxn>
              <a:cxn ang="0">
                <a:pos x="117" y="376"/>
              </a:cxn>
              <a:cxn ang="0">
                <a:pos x="233" y="352"/>
              </a:cxn>
              <a:cxn ang="0">
                <a:pos x="240" y="342"/>
              </a:cxn>
              <a:cxn ang="0">
                <a:pos x="228" y="339"/>
              </a:cxn>
            </a:cxnLst>
            <a:rect l="0" t="0" r="r" b="b"/>
            <a:pathLst>
              <a:path w="241" h="414">
                <a:moveTo>
                  <a:pt x="228" y="339"/>
                </a:moveTo>
                <a:cubicBezTo>
                  <a:pt x="228" y="339"/>
                  <a:pt x="207" y="342"/>
                  <a:pt x="204" y="343"/>
                </a:cubicBezTo>
                <a:cubicBezTo>
                  <a:pt x="201" y="345"/>
                  <a:pt x="181" y="345"/>
                  <a:pt x="181" y="345"/>
                </a:cubicBezTo>
                <a:cubicBezTo>
                  <a:pt x="181" y="345"/>
                  <a:pt x="177" y="330"/>
                  <a:pt x="177" y="323"/>
                </a:cubicBezTo>
                <a:cubicBezTo>
                  <a:pt x="176" y="315"/>
                  <a:pt x="192" y="314"/>
                  <a:pt x="192" y="314"/>
                </a:cubicBezTo>
                <a:cubicBezTo>
                  <a:pt x="192" y="314"/>
                  <a:pt x="192" y="314"/>
                  <a:pt x="191" y="308"/>
                </a:cubicBezTo>
                <a:cubicBezTo>
                  <a:pt x="190" y="302"/>
                  <a:pt x="190" y="299"/>
                  <a:pt x="188" y="298"/>
                </a:cubicBezTo>
                <a:cubicBezTo>
                  <a:pt x="185" y="297"/>
                  <a:pt x="192" y="278"/>
                  <a:pt x="196" y="268"/>
                </a:cubicBezTo>
                <a:cubicBezTo>
                  <a:pt x="200" y="259"/>
                  <a:pt x="206" y="246"/>
                  <a:pt x="208" y="239"/>
                </a:cubicBezTo>
                <a:cubicBezTo>
                  <a:pt x="210" y="231"/>
                  <a:pt x="188" y="215"/>
                  <a:pt x="178" y="206"/>
                </a:cubicBezTo>
                <a:cubicBezTo>
                  <a:pt x="168" y="198"/>
                  <a:pt x="140" y="190"/>
                  <a:pt x="123" y="182"/>
                </a:cubicBezTo>
                <a:cubicBezTo>
                  <a:pt x="106" y="174"/>
                  <a:pt x="110" y="161"/>
                  <a:pt x="124" y="148"/>
                </a:cubicBezTo>
                <a:cubicBezTo>
                  <a:pt x="137" y="135"/>
                  <a:pt x="130" y="116"/>
                  <a:pt x="124" y="104"/>
                </a:cubicBezTo>
                <a:cubicBezTo>
                  <a:pt x="118" y="92"/>
                  <a:pt x="116" y="72"/>
                  <a:pt x="117" y="66"/>
                </a:cubicBezTo>
                <a:cubicBezTo>
                  <a:pt x="118" y="59"/>
                  <a:pt x="111" y="53"/>
                  <a:pt x="108" y="50"/>
                </a:cubicBezTo>
                <a:cubicBezTo>
                  <a:pt x="106" y="47"/>
                  <a:pt x="106" y="37"/>
                  <a:pt x="104" y="35"/>
                </a:cubicBezTo>
                <a:cubicBezTo>
                  <a:pt x="101" y="34"/>
                  <a:pt x="96" y="23"/>
                  <a:pt x="90" y="20"/>
                </a:cubicBezTo>
                <a:cubicBezTo>
                  <a:pt x="84" y="18"/>
                  <a:pt x="82" y="8"/>
                  <a:pt x="82" y="2"/>
                </a:cubicBezTo>
                <a:cubicBezTo>
                  <a:pt x="78" y="0"/>
                  <a:pt x="72" y="0"/>
                  <a:pt x="70" y="2"/>
                </a:cubicBezTo>
                <a:cubicBezTo>
                  <a:pt x="68" y="4"/>
                  <a:pt x="61" y="6"/>
                  <a:pt x="56" y="8"/>
                </a:cubicBezTo>
                <a:cubicBezTo>
                  <a:pt x="56" y="8"/>
                  <a:pt x="56" y="8"/>
                  <a:pt x="56" y="8"/>
                </a:cubicBezTo>
                <a:cubicBezTo>
                  <a:pt x="56" y="24"/>
                  <a:pt x="70" y="77"/>
                  <a:pt x="72" y="122"/>
                </a:cubicBezTo>
                <a:cubicBezTo>
                  <a:pt x="74" y="166"/>
                  <a:pt x="65" y="216"/>
                  <a:pt x="56" y="246"/>
                </a:cubicBezTo>
                <a:cubicBezTo>
                  <a:pt x="46" y="276"/>
                  <a:pt x="31" y="285"/>
                  <a:pt x="31" y="285"/>
                </a:cubicBezTo>
                <a:cubicBezTo>
                  <a:pt x="26" y="284"/>
                  <a:pt x="26" y="284"/>
                  <a:pt x="26" y="284"/>
                </a:cubicBezTo>
                <a:cubicBezTo>
                  <a:pt x="26" y="284"/>
                  <a:pt x="25" y="307"/>
                  <a:pt x="25" y="312"/>
                </a:cubicBezTo>
                <a:cubicBezTo>
                  <a:pt x="25" y="318"/>
                  <a:pt x="34" y="310"/>
                  <a:pt x="44" y="313"/>
                </a:cubicBezTo>
                <a:cubicBezTo>
                  <a:pt x="53" y="316"/>
                  <a:pt x="48" y="328"/>
                  <a:pt x="48" y="337"/>
                </a:cubicBezTo>
                <a:cubicBezTo>
                  <a:pt x="47" y="346"/>
                  <a:pt x="44" y="346"/>
                  <a:pt x="42" y="340"/>
                </a:cubicBezTo>
                <a:cubicBezTo>
                  <a:pt x="41" y="333"/>
                  <a:pt x="28" y="333"/>
                  <a:pt x="32" y="338"/>
                </a:cubicBezTo>
                <a:cubicBezTo>
                  <a:pt x="37" y="342"/>
                  <a:pt x="36" y="340"/>
                  <a:pt x="31" y="344"/>
                </a:cubicBezTo>
                <a:cubicBezTo>
                  <a:pt x="26" y="347"/>
                  <a:pt x="34" y="358"/>
                  <a:pt x="34" y="358"/>
                </a:cubicBezTo>
                <a:cubicBezTo>
                  <a:pt x="33" y="369"/>
                  <a:pt x="21" y="376"/>
                  <a:pt x="21" y="376"/>
                </a:cubicBezTo>
                <a:cubicBezTo>
                  <a:pt x="21" y="376"/>
                  <a:pt x="15" y="388"/>
                  <a:pt x="12" y="390"/>
                </a:cubicBezTo>
                <a:cubicBezTo>
                  <a:pt x="11" y="392"/>
                  <a:pt x="5" y="395"/>
                  <a:pt x="0" y="399"/>
                </a:cubicBezTo>
                <a:cubicBezTo>
                  <a:pt x="1" y="402"/>
                  <a:pt x="2" y="404"/>
                  <a:pt x="3" y="406"/>
                </a:cubicBezTo>
                <a:cubicBezTo>
                  <a:pt x="4" y="407"/>
                  <a:pt x="9" y="408"/>
                  <a:pt x="14" y="408"/>
                </a:cubicBezTo>
                <a:cubicBezTo>
                  <a:pt x="20" y="408"/>
                  <a:pt x="30" y="408"/>
                  <a:pt x="43" y="410"/>
                </a:cubicBezTo>
                <a:cubicBezTo>
                  <a:pt x="53" y="411"/>
                  <a:pt x="62" y="413"/>
                  <a:pt x="67" y="414"/>
                </a:cubicBezTo>
                <a:cubicBezTo>
                  <a:pt x="70" y="412"/>
                  <a:pt x="72" y="409"/>
                  <a:pt x="72" y="409"/>
                </a:cubicBezTo>
                <a:cubicBezTo>
                  <a:pt x="67" y="382"/>
                  <a:pt x="67" y="382"/>
                  <a:pt x="67" y="382"/>
                </a:cubicBezTo>
                <a:cubicBezTo>
                  <a:pt x="67" y="382"/>
                  <a:pt x="94" y="381"/>
                  <a:pt x="117" y="376"/>
                </a:cubicBezTo>
                <a:cubicBezTo>
                  <a:pt x="140" y="371"/>
                  <a:pt x="225" y="353"/>
                  <a:pt x="233" y="352"/>
                </a:cubicBezTo>
                <a:cubicBezTo>
                  <a:pt x="240" y="350"/>
                  <a:pt x="239" y="349"/>
                  <a:pt x="240" y="342"/>
                </a:cubicBezTo>
                <a:cubicBezTo>
                  <a:pt x="241" y="336"/>
                  <a:pt x="228" y="339"/>
                  <a:pt x="228" y="339"/>
                </a:cubicBezTo>
                <a:close/>
              </a:path>
            </a:pathLst>
          </a:custGeom>
          <a:solidFill>
            <a:srgbClr val="808A93"/>
          </a:solidFill>
          <a:ln w="9525">
            <a:solidFill>
              <a:srgbClr val="808A93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113" name="Freeform 23">
            <a:extLst>
              <a:ext uri="{FF2B5EF4-FFF2-40B4-BE49-F238E27FC236}">
                <a16:creationId xmlns:a16="http://schemas.microsoft.com/office/drawing/2014/main" id="{17A55D85-2E93-95C3-9DB6-D200652882AC}"/>
              </a:ext>
            </a:extLst>
          </p:cNvPr>
          <p:cNvSpPr>
            <a:spLocks/>
          </p:cNvSpPr>
          <p:nvPr/>
        </p:nvSpPr>
        <p:spPr bwMode="auto">
          <a:xfrm>
            <a:off x="1921465" y="3650426"/>
            <a:ext cx="191075" cy="70938"/>
          </a:xfrm>
          <a:custGeom>
            <a:avLst/>
            <a:gdLst/>
            <a:ahLst/>
            <a:cxnLst>
              <a:cxn ang="0">
                <a:pos x="50" y="20"/>
              </a:cxn>
              <a:cxn ang="0">
                <a:pos x="0" y="26"/>
              </a:cxn>
              <a:cxn ang="0">
                <a:pos x="5" y="53"/>
              </a:cxn>
              <a:cxn ang="0">
                <a:pos x="4" y="53"/>
              </a:cxn>
              <a:cxn ang="0">
                <a:pos x="82" y="37"/>
              </a:cxn>
              <a:cxn ang="0">
                <a:pos x="143" y="30"/>
              </a:cxn>
              <a:cxn ang="0">
                <a:pos x="142" y="0"/>
              </a:cxn>
              <a:cxn ang="0">
                <a:pos x="50" y="20"/>
              </a:cxn>
            </a:cxnLst>
            <a:rect l="0" t="0" r="r" b="b"/>
            <a:pathLst>
              <a:path w="143" h="53">
                <a:moveTo>
                  <a:pt x="50" y="20"/>
                </a:moveTo>
                <a:cubicBezTo>
                  <a:pt x="27" y="25"/>
                  <a:pt x="0" y="26"/>
                  <a:pt x="0" y="26"/>
                </a:cubicBezTo>
                <a:cubicBezTo>
                  <a:pt x="5" y="53"/>
                  <a:pt x="5" y="53"/>
                  <a:pt x="5" y="53"/>
                </a:cubicBezTo>
                <a:cubicBezTo>
                  <a:pt x="5" y="53"/>
                  <a:pt x="4" y="53"/>
                  <a:pt x="4" y="53"/>
                </a:cubicBezTo>
                <a:cubicBezTo>
                  <a:pt x="18" y="49"/>
                  <a:pt x="67" y="38"/>
                  <a:pt x="82" y="37"/>
                </a:cubicBezTo>
                <a:cubicBezTo>
                  <a:pt x="99" y="36"/>
                  <a:pt x="143" y="30"/>
                  <a:pt x="143" y="30"/>
                </a:cubicBezTo>
                <a:cubicBezTo>
                  <a:pt x="142" y="0"/>
                  <a:pt x="142" y="0"/>
                  <a:pt x="142" y="0"/>
                </a:cubicBezTo>
                <a:cubicBezTo>
                  <a:pt x="113" y="6"/>
                  <a:pt x="66" y="16"/>
                  <a:pt x="50" y="20"/>
                </a:cubicBezTo>
                <a:close/>
              </a:path>
            </a:pathLst>
          </a:custGeom>
          <a:solidFill>
            <a:srgbClr val="808A93"/>
          </a:solidFill>
          <a:ln w="9525">
            <a:solidFill>
              <a:srgbClr val="808A93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114" name="Freeform 25">
            <a:extLst>
              <a:ext uri="{FF2B5EF4-FFF2-40B4-BE49-F238E27FC236}">
                <a16:creationId xmlns:a16="http://schemas.microsoft.com/office/drawing/2014/main" id="{4D084C0B-3BDD-A61F-ECF3-74CC1FF5251E}"/>
              </a:ext>
            </a:extLst>
          </p:cNvPr>
          <p:cNvSpPr>
            <a:spLocks/>
          </p:cNvSpPr>
          <p:nvPr/>
        </p:nvSpPr>
        <p:spPr bwMode="auto">
          <a:xfrm>
            <a:off x="1921465" y="3699625"/>
            <a:ext cx="110984" cy="66361"/>
          </a:xfrm>
          <a:custGeom>
            <a:avLst/>
            <a:gdLst/>
            <a:ahLst/>
            <a:cxnLst>
              <a:cxn ang="0">
                <a:pos x="83" y="30"/>
              </a:cxn>
              <a:cxn ang="0">
                <a:pos x="82" y="23"/>
              </a:cxn>
              <a:cxn ang="0">
                <a:pos x="75" y="18"/>
              </a:cxn>
              <a:cxn ang="0">
                <a:pos x="81" y="8"/>
              </a:cxn>
              <a:cxn ang="0">
                <a:pos x="79" y="0"/>
              </a:cxn>
              <a:cxn ang="0">
                <a:pos x="4" y="16"/>
              </a:cxn>
              <a:cxn ang="0">
                <a:pos x="0" y="21"/>
              </a:cxn>
              <a:cxn ang="0">
                <a:pos x="5" y="23"/>
              </a:cxn>
              <a:cxn ang="0">
                <a:pos x="35" y="37"/>
              </a:cxn>
              <a:cxn ang="0">
                <a:pos x="72" y="49"/>
              </a:cxn>
              <a:cxn ang="0">
                <a:pos x="73" y="50"/>
              </a:cxn>
              <a:cxn ang="0">
                <a:pos x="77" y="44"/>
              </a:cxn>
              <a:cxn ang="0">
                <a:pos x="77" y="34"/>
              </a:cxn>
              <a:cxn ang="0">
                <a:pos x="83" y="30"/>
              </a:cxn>
            </a:cxnLst>
            <a:rect l="0" t="0" r="r" b="b"/>
            <a:pathLst>
              <a:path w="83" h="50">
                <a:moveTo>
                  <a:pt x="83" y="30"/>
                </a:moveTo>
                <a:cubicBezTo>
                  <a:pt x="82" y="23"/>
                  <a:pt x="82" y="23"/>
                  <a:pt x="82" y="23"/>
                </a:cubicBezTo>
                <a:cubicBezTo>
                  <a:pt x="79" y="20"/>
                  <a:pt x="73" y="18"/>
                  <a:pt x="75" y="18"/>
                </a:cubicBezTo>
                <a:cubicBezTo>
                  <a:pt x="77" y="19"/>
                  <a:pt x="81" y="8"/>
                  <a:pt x="81" y="8"/>
                </a:cubicBezTo>
                <a:cubicBezTo>
                  <a:pt x="79" y="0"/>
                  <a:pt x="79" y="0"/>
                  <a:pt x="79" y="0"/>
                </a:cubicBezTo>
                <a:cubicBezTo>
                  <a:pt x="62" y="2"/>
                  <a:pt x="18" y="13"/>
                  <a:pt x="4" y="16"/>
                </a:cubicBezTo>
                <a:cubicBezTo>
                  <a:pt x="4" y="17"/>
                  <a:pt x="3" y="19"/>
                  <a:pt x="0" y="21"/>
                </a:cubicBezTo>
                <a:cubicBezTo>
                  <a:pt x="2" y="22"/>
                  <a:pt x="4" y="22"/>
                  <a:pt x="5" y="23"/>
                </a:cubicBezTo>
                <a:cubicBezTo>
                  <a:pt x="10" y="25"/>
                  <a:pt x="29" y="34"/>
                  <a:pt x="35" y="37"/>
                </a:cubicBezTo>
                <a:cubicBezTo>
                  <a:pt x="41" y="39"/>
                  <a:pt x="72" y="49"/>
                  <a:pt x="72" y="49"/>
                </a:cubicBezTo>
                <a:cubicBezTo>
                  <a:pt x="72" y="49"/>
                  <a:pt x="72" y="50"/>
                  <a:pt x="73" y="50"/>
                </a:cubicBezTo>
                <a:cubicBezTo>
                  <a:pt x="74" y="48"/>
                  <a:pt x="75" y="45"/>
                  <a:pt x="77" y="44"/>
                </a:cubicBezTo>
                <a:cubicBezTo>
                  <a:pt x="79" y="41"/>
                  <a:pt x="77" y="34"/>
                  <a:pt x="77" y="34"/>
                </a:cubicBezTo>
                <a:cubicBezTo>
                  <a:pt x="77" y="34"/>
                  <a:pt x="81" y="33"/>
                  <a:pt x="83" y="30"/>
                </a:cubicBezTo>
                <a:close/>
              </a:path>
            </a:pathLst>
          </a:custGeom>
          <a:solidFill>
            <a:srgbClr val="808A93"/>
          </a:solidFill>
          <a:ln w="9525">
            <a:solidFill>
              <a:srgbClr val="808A93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115" name="Freeform 16">
            <a:extLst>
              <a:ext uri="{FF2B5EF4-FFF2-40B4-BE49-F238E27FC236}">
                <a16:creationId xmlns:a16="http://schemas.microsoft.com/office/drawing/2014/main" id="{A148AA06-E59D-558E-18AF-EA7AFAE20C35}"/>
              </a:ext>
            </a:extLst>
          </p:cNvPr>
          <p:cNvSpPr>
            <a:spLocks/>
          </p:cNvSpPr>
          <p:nvPr/>
        </p:nvSpPr>
        <p:spPr bwMode="auto">
          <a:xfrm>
            <a:off x="2066774" y="3585209"/>
            <a:ext cx="73226" cy="50343"/>
          </a:xfrm>
          <a:custGeom>
            <a:avLst/>
            <a:gdLst/>
            <a:ahLst/>
            <a:cxnLst>
              <a:cxn ang="0">
                <a:pos x="50" y="1"/>
              </a:cxn>
              <a:cxn ang="0">
                <a:pos x="16" y="7"/>
              </a:cxn>
              <a:cxn ang="0">
                <a:pos x="1" y="16"/>
              </a:cxn>
              <a:cxn ang="0">
                <a:pos x="5" y="38"/>
              </a:cxn>
              <a:cxn ang="0">
                <a:pos x="28" y="36"/>
              </a:cxn>
              <a:cxn ang="0">
                <a:pos x="52" y="32"/>
              </a:cxn>
              <a:cxn ang="0">
                <a:pos x="49" y="18"/>
              </a:cxn>
              <a:cxn ang="0">
                <a:pos x="53" y="9"/>
              </a:cxn>
              <a:cxn ang="0">
                <a:pos x="55" y="0"/>
              </a:cxn>
              <a:cxn ang="0">
                <a:pos x="50" y="1"/>
              </a:cxn>
            </a:cxnLst>
            <a:rect l="0" t="0" r="r" b="b"/>
            <a:pathLst>
              <a:path w="55" h="38">
                <a:moveTo>
                  <a:pt x="50" y="1"/>
                </a:moveTo>
                <a:cubicBezTo>
                  <a:pt x="40" y="3"/>
                  <a:pt x="16" y="7"/>
                  <a:pt x="16" y="7"/>
                </a:cubicBezTo>
                <a:cubicBezTo>
                  <a:pt x="16" y="7"/>
                  <a:pt x="0" y="8"/>
                  <a:pt x="1" y="16"/>
                </a:cubicBezTo>
                <a:cubicBezTo>
                  <a:pt x="1" y="23"/>
                  <a:pt x="5" y="38"/>
                  <a:pt x="5" y="38"/>
                </a:cubicBezTo>
                <a:cubicBezTo>
                  <a:pt x="5" y="38"/>
                  <a:pt x="25" y="38"/>
                  <a:pt x="28" y="36"/>
                </a:cubicBezTo>
                <a:cubicBezTo>
                  <a:pt x="30" y="35"/>
                  <a:pt x="49" y="32"/>
                  <a:pt x="52" y="32"/>
                </a:cubicBezTo>
                <a:cubicBezTo>
                  <a:pt x="51" y="27"/>
                  <a:pt x="50" y="19"/>
                  <a:pt x="49" y="18"/>
                </a:cubicBezTo>
                <a:cubicBezTo>
                  <a:pt x="49" y="16"/>
                  <a:pt x="50" y="9"/>
                  <a:pt x="53" y="9"/>
                </a:cubicBezTo>
                <a:cubicBezTo>
                  <a:pt x="55" y="9"/>
                  <a:pt x="55" y="3"/>
                  <a:pt x="55" y="0"/>
                </a:cubicBezTo>
                <a:cubicBezTo>
                  <a:pt x="53" y="1"/>
                  <a:pt x="51" y="1"/>
                  <a:pt x="50" y="1"/>
                </a:cubicBezTo>
                <a:close/>
              </a:path>
            </a:pathLst>
          </a:custGeom>
          <a:solidFill>
            <a:srgbClr val="A9D538">
              <a:lumMod val="75000"/>
            </a:srgbClr>
          </a:solidFill>
          <a:ln w="9525">
            <a:solidFill>
              <a:srgbClr val="84B22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sp>
        <p:nvSpPr>
          <p:cNvPr id="116" name="Freeform 44">
            <a:extLst>
              <a:ext uri="{FF2B5EF4-FFF2-40B4-BE49-F238E27FC236}">
                <a16:creationId xmlns:a16="http://schemas.microsoft.com/office/drawing/2014/main" id="{8B9EE947-BD9F-C778-DDDB-F05A7268351B}"/>
              </a:ext>
            </a:extLst>
          </p:cNvPr>
          <p:cNvSpPr>
            <a:spLocks/>
          </p:cNvSpPr>
          <p:nvPr/>
        </p:nvSpPr>
        <p:spPr bwMode="auto">
          <a:xfrm>
            <a:off x="2926041" y="3417016"/>
            <a:ext cx="885582" cy="615559"/>
          </a:xfrm>
          <a:custGeom>
            <a:avLst/>
            <a:gdLst/>
            <a:ahLst/>
            <a:cxnLst>
              <a:cxn ang="0">
                <a:pos x="541" y="341"/>
              </a:cxn>
              <a:cxn ang="0">
                <a:pos x="532" y="315"/>
              </a:cxn>
              <a:cxn ang="0">
                <a:pos x="554" y="288"/>
              </a:cxn>
              <a:cxn ang="0">
                <a:pos x="566" y="271"/>
              </a:cxn>
              <a:cxn ang="0">
                <a:pos x="584" y="272"/>
              </a:cxn>
              <a:cxn ang="0">
                <a:pos x="596" y="278"/>
              </a:cxn>
              <a:cxn ang="0">
                <a:pos x="621" y="275"/>
              </a:cxn>
              <a:cxn ang="0">
                <a:pos x="632" y="270"/>
              </a:cxn>
              <a:cxn ang="0">
                <a:pos x="648" y="250"/>
              </a:cxn>
              <a:cxn ang="0">
                <a:pos x="665" y="230"/>
              </a:cxn>
              <a:cxn ang="0">
                <a:pos x="661" y="218"/>
              </a:cxn>
              <a:cxn ang="0">
                <a:pos x="657" y="194"/>
              </a:cxn>
              <a:cxn ang="0">
                <a:pos x="644" y="162"/>
              </a:cxn>
              <a:cxn ang="0">
                <a:pos x="622" y="142"/>
              </a:cxn>
              <a:cxn ang="0">
                <a:pos x="607" y="130"/>
              </a:cxn>
              <a:cxn ang="0">
                <a:pos x="590" y="113"/>
              </a:cxn>
              <a:cxn ang="0">
                <a:pos x="561" y="98"/>
              </a:cxn>
              <a:cxn ang="0">
                <a:pos x="551" y="76"/>
              </a:cxn>
              <a:cxn ang="0">
                <a:pos x="544" y="46"/>
              </a:cxn>
              <a:cxn ang="0">
                <a:pos x="520" y="12"/>
              </a:cxn>
              <a:cxn ang="0">
                <a:pos x="520" y="1"/>
              </a:cxn>
              <a:cxn ang="0">
                <a:pos x="520" y="1"/>
              </a:cxn>
              <a:cxn ang="0">
                <a:pos x="506" y="2"/>
              </a:cxn>
              <a:cxn ang="0">
                <a:pos x="470" y="5"/>
              </a:cxn>
              <a:cxn ang="0">
                <a:pos x="446" y="14"/>
              </a:cxn>
              <a:cxn ang="0">
                <a:pos x="428" y="37"/>
              </a:cxn>
              <a:cxn ang="0">
                <a:pos x="408" y="58"/>
              </a:cxn>
              <a:cxn ang="0">
                <a:pos x="384" y="68"/>
              </a:cxn>
              <a:cxn ang="0">
                <a:pos x="370" y="66"/>
              </a:cxn>
              <a:cxn ang="0">
                <a:pos x="347" y="70"/>
              </a:cxn>
              <a:cxn ang="0">
                <a:pos x="332" y="74"/>
              </a:cxn>
              <a:cxn ang="0">
                <a:pos x="327" y="76"/>
              </a:cxn>
              <a:cxn ang="0">
                <a:pos x="233" y="135"/>
              </a:cxn>
              <a:cxn ang="0">
                <a:pos x="112" y="125"/>
              </a:cxn>
              <a:cxn ang="0">
                <a:pos x="0" y="193"/>
              </a:cxn>
              <a:cxn ang="0">
                <a:pos x="178" y="463"/>
              </a:cxn>
              <a:cxn ang="0">
                <a:pos x="222" y="453"/>
              </a:cxn>
              <a:cxn ang="0">
                <a:pos x="242" y="447"/>
              </a:cxn>
              <a:cxn ang="0">
                <a:pos x="269" y="449"/>
              </a:cxn>
              <a:cxn ang="0">
                <a:pos x="278" y="453"/>
              </a:cxn>
              <a:cxn ang="0">
                <a:pos x="285" y="451"/>
              </a:cxn>
              <a:cxn ang="0">
                <a:pos x="301" y="451"/>
              </a:cxn>
              <a:cxn ang="0">
                <a:pos x="337" y="437"/>
              </a:cxn>
              <a:cxn ang="0">
                <a:pos x="372" y="426"/>
              </a:cxn>
              <a:cxn ang="0">
                <a:pos x="402" y="429"/>
              </a:cxn>
              <a:cxn ang="0">
                <a:pos x="427" y="427"/>
              </a:cxn>
              <a:cxn ang="0">
                <a:pos x="447" y="417"/>
              </a:cxn>
              <a:cxn ang="0">
                <a:pos x="471" y="406"/>
              </a:cxn>
              <a:cxn ang="0">
                <a:pos x="477" y="406"/>
              </a:cxn>
              <a:cxn ang="0">
                <a:pos x="494" y="391"/>
              </a:cxn>
              <a:cxn ang="0">
                <a:pos x="516" y="386"/>
              </a:cxn>
              <a:cxn ang="0">
                <a:pos x="532" y="379"/>
              </a:cxn>
              <a:cxn ang="0">
                <a:pos x="536" y="369"/>
              </a:cxn>
              <a:cxn ang="0">
                <a:pos x="555" y="356"/>
              </a:cxn>
              <a:cxn ang="0">
                <a:pos x="541" y="341"/>
              </a:cxn>
            </a:cxnLst>
            <a:rect l="0" t="0" r="r" b="b"/>
            <a:pathLst>
              <a:path w="665" h="463">
                <a:moveTo>
                  <a:pt x="541" y="341"/>
                </a:moveTo>
                <a:cubicBezTo>
                  <a:pt x="540" y="334"/>
                  <a:pt x="532" y="315"/>
                  <a:pt x="532" y="315"/>
                </a:cubicBezTo>
                <a:cubicBezTo>
                  <a:pt x="532" y="315"/>
                  <a:pt x="543" y="298"/>
                  <a:pt x="554" y="288"/>
                </a:cubicBezTo>
                <a:cubicBezTo>
                  <a:pt x="564" y="279"/>
                  <a:pt x="566" y="271"/>
                  <a:pt x="566" y="271"/>
                </a:cubicBezTo>
                <a:cubicBezTo>
                  <a:pt x="584" y="272"/>
                  <a:pt x="584" y="272"/>
                  <a:pt x="584" y="272"/>
                </a:cubicBezTo>
                <a:cubicBezTo>
                  <a:pt x="584" y="272"/>
                  <a:pt x="587" y="276"/>
                  <a:pt x="596" y="278"/>
                </a:cubicBezTo>
                <a:cubicBezTo>
                  <a:pt x="604" y="281"/>
                  <a:pt x="615" y="270"/>
                  <a:pt x="621" y="275"/>
                </a:cubicBezTo>
                <a:cubicBezTo>
                  <a:pt x="627" y="280"/>
                  <a:pt x="629" y="275"/>
                  <a:pt x="632" y="270"/>
                </a:cubicBezTo>
                <a:cubicBezTo>
                  <a:pt x="634" y="266"/>
                  <a:pt x="642" y="256"/>
                  <a:pt x="648" y="250"/>
                </a:cubicBezTo>
                <a:cubicBezTo>
                  <a:pt x="654" y="244"/>
                  <a:pt x="665" y="230"/>
                  <a:pt x="665" y="230"/>
                </a:cubicBezTo>
                <a:cubicBezTo>
                  <a:pt x="665" y="230"/>
                  <a:pt x="661" y="225"/>
                  <a:pt x="661" y="218"/>
                </a:cubicBezTo>
                <a:cubicBezTo>
                  <a:pt x="661" y="210"/>
                  <a:pt x="661" y="200"/>
                  <a:pt x="657" y="194"/>
                </a:cubicBezTo>
                <a:cubicBezTo>
                  <a:pt x="653" y="188"/>
                  <a:pt x="652" y="168"/>
                  <a:pt x="644" y="162"/>
                </a:cubicBezTo>
                <a:cubicBezTo>
                  <a:pt x="636" y="155"/>
                  <a:pt x="627" y="142"/>
                  <a:pt x="622" y="142"/>
                </a:cubicBezTo>
                <a:cubicBezTo>
                  <a:pt x="618" y="141"/>
                  <a:pt x="607" y="130"/>
                  <a:pt x="607" y="130"/>
                </a:cubicBezTo>
                <a:cubicBezTo>
                  <a:pt x="607" y="130"/>
                  <a:pt x="597" y="118"/>
                  <a:pt x="590" y="113"/>
                </a:cubicBezTo>
                <a:cubicBezTo>
                  <a:pt x="584" y="108"/>
                  <a:pt x="564" y="100"/>
                  <a:pt x="561" y="98"/>
                </a:cubicBezTo>
                <a:cubicBezTo>
                  <a:pt x="558" y="95"/>
                  <a:pt x="551" y="76"/>
                  <a:pt x="551" y="76"/>
                </a:cubicBezTo>
                <a:cubicBezTo>
                  <a:pt x="551" y="76"/>
                  <a:pt x="551" y="63"/>
                  <a:pt x="544" y="46"/>
                </a:cubicBezTo>
                <a:cubicBezTo>
                  <a:pt x="538" y="30"/>
                  <a:pt x="522" y="17"/>
                  <a:pt x="520" y="12"/>
                </a:cubicBezTo>
                <a:cubicBezTo>
                  <a:pt x="519" y="10"/>
                  <a:pt x="519" y="5"/>
                  <a:pt x="520" y="1"/>
                </a:cubicBezTo>
                <a:cubicBezTo>
                  <a:pt x="520" y="1"/>
                  <a:pt x="520" y="1"/>
                  <a:pt x="520" y="1"/>
                </a:cubicBezTo>
                <a:cubicBezTo>
                  <a:pt x="515" y="1"/>
                  <a:pt x="510" y="1"/>
                  <a:pt x="506" y="2"/>
                </a:cubicBezTo>
                <a:cubicBezTo>
                  <a:pt x="498" y="4"/>
                  <a:pt x="474" y="0"/>
                  <a:pt x="470" y="5"/>
                </a:cubicBezTo>
                <a:cubicBezTo>
                  <a:pt x="465" y="10"/>
                  <a:pt x="454" y="12"/>
                  <a:pt x="446" y="14"/>
                </a:cubicBezTo>
                <a:cubicBezTo>
                  <a:pt x="439" y="16"/>
                  <a:pt x="433" y="28"/>
                  <a:pt x="428" y="37"/>
                </a:cubicBezTo>
                <a:cubicBezTo>
                  <a:pt x="424" y="46"/>
                  <a:pt x="422" y="56"/>
                  <a:pt x="408" y="58"/>
                </a:cubicBezTo>
                <a:cubicBezTo>
                  <a:pt x="394" y="60"/>
                  <a:pt x="387" y="67"/>
                  <a:pt x="384" y="68"/>
                </a:cubicBezTo>
                <a:cubicBezTo>
                  <a:pt x="382" y="68"/>
                  <a:pt x="376" y="62"/>
                  <a:pt x="370" y="66"/>
                </a:cubicBezTo>
                <a:cubicBezTo>
                  <a:pt x="365" y="69"/>
                  <a:pt x="351" y="69"/>
                  <a:pt x="347" y="70"/>
                </a:cubicBezTo>
                <a:cubicBezTo>
                  <a:pt x="343" y="72"/>
                  <a:pt x="336" y="71"/>
                  <a:pt x="332" y="74"/>
                </a:cubicBezTo>
                <a:cubicBezTo>
                  <a:pt x="327" y="76"/>
                  <a:pt x="327" y="76"/>
                  <a:pt x="327" y="76"/>
                </a:cubicBezTo>
                <a:cubicBezTo>
                  <a:pt x="327" y="76"/>
                  <a:pt x="238" y="135"/>
                  <a:pt x="233" y="135"/>
                </a:cubicBezTo>
                <a:cubicBezTo>
                  <a:pt x="228" y="136"/>
                  <a:pt x="112" y="125"/>
                  <a:pt x="112" y="125"/>
                </a:cubicBezTo>
                <a:cubicBezTo>
                  <a:pt x="0" y="193"/>
                  <a:pt x="0" y="193"/>
                  <a:pt x="0" y="193"/>
                </a:cubicBezTo>
                <a:cubicBezTo>
                  <a:pt x="178" y="463"/>
                  <a:pt x="178" y="463"/>
                  <a:pt x="178" y="463"/>
                </a:cubicBezTo>
                <a:cubicBezTo>
                  <a:pt x="178" y="463"/>
                  <a:pt x="203" y="459"/>
                  <a:pt x="222" y="453"/>
                </a:cubicBezTo>
                <a:cubicBezTo>
                  <a:pt x="242" y="447"/>
                  <a:pt x="242" y="447"/>
                  <a:pt x="242" y="447"/>
                </a:cubicBezTo>
                <a:cubicBezTo>
                  <a:pt x="269" y="449"/>
                  <a:pt x="269" y="449"/>
                  <a:pt x="269" y="449"/>
                </a:cubicBezTo>
                <a:cubicBezTo>
                  <a:pt x="269" y="449"/>
                  <a:pt x="274" y="453"/>
                  <a:pt x="278" y="453"/>
                </a:cubicBezTo>
                <a:cubicBezTo>
                  <a:pt x="282" y="453"/>
                  <a:pt x="285" y="451"/>
                  <a:pt x="285" y="451"/>
                </a:cubicBezTo>
                <a:cubicBezTo>
                  <a:pt x="301" y="451"/>
                  <a:pt x="301" y="451"/>
                  <a:pt x="301" y="451"/>
                </a:cubicBezTo>
                <a:cubicBezTo>
                  <a:pt x="301" y="451"/>
                  <a:pt x="324" y="441"/>
                  <a:pt x="337" y="437"/>
                </a:cubicBezTo>
                <a:cubicBezTo>
                  <a:pt x="349" y="433"/>
                  <a:pt x="363" y="426"/>
                  <a:pt x="372" y="426"/>
                </a:cubicBezTo>
                <a:cubicBezTo>
                  <a:pt x="381" y="425"/>
                  <a:pt x="387" y="429"/>
                  <a:pt x="402" y="429"/>
                </a:cubicBezTo>
                <a:cubicBezTo>
                  <a:pt x="417" y="430"/>
                  <a:pt x="427" y="427"/>
                  <a:pt x="427" y="427"/>
                </a:cubicBezTo>
                <a:cubicBezTo>
                  <a:pt x="427" y="427"/>
                  <a:pt x="441" y="418"/>
                  <a:pt x="447" y="417"/>
                </a:cubicBezTo>
                <a:cubicBezTo>
                  <a:pt x="453" y="417"/>
                  <a:pt x="469" y="406"/>
                  <a:pt x="471" y="406"/>
                </a:cubicBezTo>
                <a:cubicBezTo>
                  <a:pt x="473" y="406"/>
                  <a:pt x="477" y="406"/>
                  <a:pt x="477" y="406"/>
                </a:cubicBezTo>
                <a:cubicBezTo>
                  <a:pt x="477" y="406"/>
                  <a:pt x="485" y="392"/>
                  <a:pt x="494" y="391"/>
                </a:cubicBezTo>
                <a:cubicBezTo>
                  <a:pt x="503" y="390"/>
                  <a:pt x="512" y="389"/>
                  <a:pt x="516" y="386"/>
                </a:cubicBezTo>
                <a:cubicBezTo>
                  <a:pt x="520" y="383"/>
                  <a:pt x="532" y="379"/>
                  <a:pt x="532" y="379"/>
                </a:cubicBezTo>
                <a:cubicBezTo>
                  <a:pt x="532" y="379"/>
                  <a:pt x="528" y="373"/>
                  <a:pt x="536" y="369"/>
                </a:cubicBezTo>
                <a:cubicBezTo>
                  <a:pt x="543" y="364"/>
                  <a:pt x="551" y="363"/>
                  <a:pt x="555" y="356"/>
                </a:cubicBezTo>
                <a:cubicBezTo>
                  <a:pt x="555" y="356"/>
                  <a:pt x="542" y="348"/>
                  <a:pt x="541" y="341"/>
                </a:cubicBezTo>
                <a:close/>
              </a:path>
            </a:pathLst>
          </a:custGeom>
          <a:solidFill>
            <a:srgbClr val="A9D538"/>
          </a:solidFill>
          <a:ln w="9525" cap="flat">
            <a:solidFill>
              <a:srgbClr val="A9D538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  <p:cxnSp>
        <p:nvCxnSpPr>
          <p:cNvPr id="117" name="111 Conector recto">
            <a:extLst>
              <a:ext uri="{FF2B5EF4-FFF2-40B4-BE49-F238E27FC236}">
                <a16:creationId xmlns:a16="http://schemas.microsoft.com/office/drawing/2014/main" id="{CB13E5F7-BA40-2F21-07C1-C20919FEF19C}"/>
              </a:ext>
            </a:extLst>
          </p:cNvPr>
          <p:cNvCxnSpPr/>
          <p:nvPr/>
        </p:nvCxnSpPr>
        <p:spPr>
          <a:xfrm flipH="1">
            <a:off x="2420651" y="4223148"/>
            <a:ext cx="103797" cy="103797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18" name="Freeform 48">
            <a:extLst>
              <a:ext uri="{FF2B5EF4-FFF2-40B4-BE49-F238E27FC236}">
                <a16:creationId xmlns:a16="http://schemas.microsoft.com/office/drawing/2014/main" id="{2298B123-6F7F-76BD-7018-C37E9B95AEB9}"/>
              </a:ext>
            </a:extLst>
          </p:cNvPr>
          <p:cNvSpPr>
            <a:spLocks/>
          </p:cNvSpPr>
          <p:nvPr/>
        </p:nvSpPr>
        <p:spPr bwMode="auto">
          <a:xfrm>
            <a:off x="2420441" y="4210104"/>
            <a:ext cx="176081" cy="187462"/>
          </a:xfrm>
          <a:custGeom>
            <a:avLst/>
            <a:gdLst>
              <a:gd name="connsiteX0" fmla="*/ 10000 w 10000"/>
              <a:gd name="connsiteY0" fmla="*/ 9303 h 10000"/>
              <a:gd name="connsiteX1" fmla="*/ 9587 w 10000"/>
              <a:gd name="connsiteY1" fmla="*/ 8975 h 10000"/>
              <a:gd name="connsiteX2" fmla="*/ 9266 w 10000"/>
              <a:gd name="connsiteY2" fmla="*/ 8320 h 10000"/>
              <a:gd name="connsiteX3" fmla="*/ 9220 w 10000"/>
              <a:gd name="connsiteY3" fmla="*/ 8115 h 10000"/>
              <a:gd name="connsiteX4" fmla="*/ 8853 w 10000"/>
              <a:gd name="connsiteY4" fmla="*/ 7131 h 10000"/>
              <a:gd name="connsiteX5" fmla="*/ 8303 w 10000"/>
              <a:gd name="connsiteY5" fmla="*/ 5615 h 10000"/>
              <a:gd name="connsiteX6" fmla="*/ 7523 w 10000"/>
              <a:gd name="connsiteY6" fmla="*/ 4590 h 10000"/>
              <a:gd name="connsiteX7" fmla="*/ 7661 w 10000"/>
              <a:gd name="connsiteY7" fmla="*/ 4057 h 10000"/>
              <a:gd name="connsiteX8" fmla="*/ 7752 w 10000"/>
              <a:gd name="connsiteY8" fmla="*/ 3197 h 10000"/>
              <a:gd name="connsiteX9" fmla="*/ 8119 w 10000"/>
              <a:gd name="connsiteY9" fmla="*/ 2459 h 10000"/>
              <a:gd name="connsiteX10" fmla="*/ 7844 w 10000"/>
              <a:gd name="connsiteY10" fmla="*/ 1885 h 10000"/>
              <a:gd name="connsiteX11" fmla="*/ 6927 w 10000"/>
              <a:gd name="connsiteY11" fmla="*/ 2213 h 10000"/>
              <a:gd name="connsiteX12" fmla="*/ 6101 w 10000"/>
              <a:gd name="connsiteY12" fmla="*/ 1598 h 10000"/>
              <a:gd name="connsiteX13" fmla="*/ 5780 w 10000"/>
              <a:gd name="connsiteY13" fmla="*/ 2418 h 10000"/>
              <a:gd name="connsiteX14" fmla="*/ 5229 w 10000"/>
              <a:gd name="connsiteY14" fmla="*/ 2418 h 10000"/>
              <a:gd name="connsiteX15" fmla="*/ 4817 w 10000"/>
              <a:gd name="connsiteY15" fmla="*/ 1680 h 10000"/>
              <a:gd name="connsiteX16" fmla="*/ 4312 w 10000"/>
              <a:gd name="connsiteY16" fmla="*/ 1475 h 10000"/>
              <a:gd name="connsiteX17" fmla="*/ 4495 w 10000"/>
              <a:gd name="connsiteY17" fmla="*/ 1148 h 10000"/>
              <a:gd name="connsiteX18" fmla="*/ 4771 w 10000"/>
              <a:gd name="connsiteY18" fmla="*/ 902 h 10000"/>
              <a:gd name="connsiteX19" fmla="*/ 4495 w 10000"/>
              <a:gd name="connsiteY19" fmla="*/ 738 h 10000"/>
              <a:gd name="connsiteX20" fmla="*/ 3578 w 10000"/>
              <a:gd name="connsiteY20" fmla="*/ 246 h 10000"/>
              <a:gd name="connsiteX21" fmla="*/ 3257 w 10000"/>
              <a:gd name="connsiteY21" fmla="*/ 123 h 10000"/>
              <a:gd name="connsiteX22" fmla="*/ 2936 w 10000"/>
              <a:gd name="connsiteY22" fmla="*/ 287 h 10000"/>
              <a:gd name="connsiteX23" fmla="*/ 2615 w 10000"/>
              <a:gd name="connsiteY23" fmla="*/ 451 h 10000"/>
              <a:gd name="connsiteX24" fmla="*/ 2248 w 10000"/>
              <a:gd name="connsiteY24" fmla="*/ 533 h 10000"/>
              <a:gd name="connsiteX25" fmla="*/ 2248 w 10000"/>
              <a:gd name="connsiteY25" fmla="*/ 738 h 10000"/>
              <a:gd name="connsiteX26" fmla="*/ 1972 w 10000"/>
              <a:gd name="connsiteY26" fmla="*/ 738 h 10000"/>
              <a:gd name="connsiteX27" fmla="*/ 1881 w 10000"/>
              <a:gd name="connsiteY27" fmla="*/ 1598 h 10000"/>
              <a:gd name="connsiteX28" fmla="*/ 917 w 10000"/>
              <a:gd name="connsiteY28" fmla="*/ 1762 h 10000"/>
              <a:gd name="connsiteX29" fmla="*/ 872 w 10000"/>
              <a:gd name="connsiteY29" fmla="*/ 2418 h 10000"/>
              <a:gd name="connsiteX30" fmla="*/ 1055 w 10000"/>
              <a:gd name="connsiteY30" fmla="*/ 3156 h 10000"/>
              <a:gd name="connsiteX31" fmla="*/ 550 w 10000"/>
              <a:gd name="connsiteY31" fmla="*/ 3525 h 10000"/>
              <a:gd name="connsiteX32" fmla="*/ 367 w 10000"/>
              <a:gd name="connsiteY32" fmla="*/ 4303 h 10000"/>
              <a:gd name="connsiteX33" fmla="*/ 505 w 10000"/>
              <a:gd name="connsiteY33" fmla="*/ 4877 h 10000"/>
              <a:gd name="connsiteX34" fmla="*/ 275 w 10000"/>
              <a:gd name="connsiteY34" fmla="*/ 5123 h 10000"/>
              <a:gd name="connsiteX35" fmla="*/ 505 w 10000"/>
              <a:gd name="connsiteY35" fmla="*/ 5328 h 10000"/>
              <a:gd name="connsiteX36" fmla="*/ 1009 w 10000"/>
              <a:gd name="connsiteY36" fmla="*/ 5820 h 10000"/>
              <a:gd name="connsiteX37" fmla="*/ 1009 w 10000"/>
              <a:gd name="connsiteY37" fmla="*/ 6230 h 10000"/>
              <a:gd name="connsiteX38" fmla="*/ 550 w 10000"/>
              <a:gd name="connsiteY38" fmla="*/ 6639 h 10000"/>
              <a:gd name="connsiteX39" fmla="*/ 1009 w 10000"/>
              <a:gd name="connsiteY39" fmla="*/ 6926 h 10000"/>
              <a:gd name="connsiteX40" fmla="*/ 2844 w 10000"/>
              <a:gd name="connsiteY40" fmla="*/ 7459 h 10000"/>
              <a:gd name="connsiteX41" fmla="*/ 3918 w 10000"/>
              <a:gd name="connsiteY41" fmla="*/ 7775 h 10000"/>
              <a:gd name="connsiteX42" fmla="*/ 6606 w 10000"/>
              <a:gd name="connsiteY42" fmla="*/ 8852 h 10000"/>
              <a:gd name="connsiteX43" fmla="*/ 9587 w 10000"/>
              <a:gd name="connsiteY43" fmla="*/ 10000 h 10000"/>
              <a:gd name="connsiteX44" fmla="*/ 9725 w 10000"/>
              <a:gd name="connsiteY44" fmla="*/ 9754 h 10000"/>
              <a:gd name="connsiteX45" fmla="*/ 10000 w 10000"/>
              <a:gd name="connsiteY45" fmla="*/ 9303 h 10000"/>
              <a:gd name="connsiteX0" fmla="*/ 10000 w 10000"/>
              <a:gd name="connsiteY0" fmla="*/ 9303 h 10000"/>
              <a:gd name="connsiteX1" fmla="*/ 9587 w 10000"/>
              <a:gd name="connsiteY1" fmla="*/ 8975 h 10000"/>
              <a:gd name="connsiteX2" fmla="*/ 9266 w 10000"/>
              <a:gd name="connsiteY2" fmla="*/ 8320 h 10000"/>
              <a:gd name="connsiteX3" fmla="*/ 9220 w 10000"/>
              <a:gd name="connsiteY3" fmla="*/ 8115 h 10000"/>
              <a:gd name="connsiteX4" fmla="*/ 8853 w 10000"/>
              <a:gd name="connsiteY4" fmla="*/ 7131 h 10000"/>
              <a:gd name="connsiteX5" fmla="*/ 8303 w 10000"/>
              <a:gd name="connsiteY5" fmla="*/ 5615 h 10000"/>
              <a:gd name="connsiteX6" fmla="*/ 7523 w 10000"/>
              <a:gd name="connsiteY6" fmla="*/ 4590 h 10000"/>
              <a:gd name="connsiteX7" fmla="*/ 7661 w 10000"/>
              <a:gd name="connsiteY7" fmla="*/ 4057 h 10000"/>
              <a:gd name="connsiteX8" fmla="*/ 7752 w 10000"/>
              <a:gd name="connsiteY8" fmla="*/ 3197 h 10000"/>
              <a:gd name="connsiteX9" fmla="*/ 8119 w 10000"/>
              <a:gd name="connsiteY9" fmla="*/ 2459 h 10000"/>
              <a:gd name="connsiteX10" fmla="*/ 7844 w 10000"/>
              <a:gd name="connsiteY10" fmla="*/ 1885 h 10000"/>
              <a:gd name="connsiteX11" fmla="*/ 6927 w 10000"/>
              <a:gd name="connsiteY11" fmla="*/ 2213 h 10000"/>
              <a:gd name="connsiteX12" fmla="*/ 6101 w 10000"/>
              <a:gd name="connsiteY12" fmla="*/ 1598 h 10000"/>
              <a:gd name="connsiteX13" fmla="*/ 5780 w 10000"/>
              <a:gd name="connsiteY13" fmla="*/ 2418 h 10000"/>
              <a:gd name="connsiteX14" fmla="*/ 5229 w 10000"/>
              <a:gd name="connsiteY14" fmla="*/ 2418 h 10000"/>
              <a:gd name="connsiteX15" fmla="*/ 4817 w 10000"/>
              <a:gd name="connsiteY15" fmla="*/ 1680 h 10000"/>
              <a:gd name="connsiteX16" fmla="*/ 4312 w 10000"/>
              <a:gd name="connsiteY16" fmla="*/ 1475 h 10000"/>
              <a:gd name="connsiteX17" fmla="*/ 4495 w 10000"/>
              <a:gd name="connsiteY17" fmla="*/ 1148 h 10000"/>
              <a:gd name="connsiteX18" fmla="*/ 4771 w 10000"/>
              <a:gd name="connsiteY18" fmla="*/ 902 h 10000"/>
              <a:gd name="connsiteX19" fmla="*/ 4495 w 10000"/>
              <a:gd name="connsiteY19" fmla="*/ 738 h 10000"/>
              <a:gd name="connsiteX20" fmla="*/ 3578 w 10000"/>
              <a:gd name="connsiteY20" fmla="*/ 246 h 10000"/>
              <a:gd name="connsiteX21" fmla="*/ 3257 w 10000"/>
              <a:gd name="connsiteY21" fmla="*/ 123 h 10000"/>
              <a:gd name="connsiteX22" fmla="*/ 2936 w 10000"/>
              <a:gd name="connsiteY22" fmla="*/ 287 h 10000"/>
              <a:gd name="connsiteX23" fmla="*/ 2615 w 10000"/>
              <a:gd name="connsiteY23" fmla="*/ 451 h 10000"/>
              <a:gd name="connsiteX24" fmla="*/ 2248 w 10000"/>
              <a:gd name="connsiteY24" fmla="*/ 533 h 10000"/>
              <a:gd name="connsiteX25" fmla="*/ 2248 w 10000"/>
              <a:gd name="connsiteY25" fmla="*/ 738 h 10000"/>
              <a:gd name="connsiteX26" fmla="*/ 1972 w 10000"/>
              <a:gd name="connsiteY26" fmla="*/ 738 h 10000"/>
              <a:gd name="connsiteX27" fmla="*/ 1881 w 10000"/>
              <a:gd name="connsiteY27" fmla="*/ 1598 h 10000"/>
              <a:gd name="connsiteX28" fmla="*/ 917 w 10000"/>
              <a:gd name="connsiteY28" fmla="*/ 1762 h 10000"/>
              <a:gd name="connsiteX29" fmla="*/ 872 w 10000"/>
              <a:gd name="connsiteY29" fmla="*/ 2418 h 10000"/>
              <a:gd name="connsiteX30" fmla="*/ 1055 w 10000"/>
              <a:gd name="connsiteY30" fmla="*/ 3156 h 10000"/>
              <a:gd name="connsiteX31" fmla="*/ 550 w 10000"/>
              <a:gd name="connsiteY31" fmla="*/ 3525 h 10000"/>
              <a:gd name="connsiteX32" fmla="*/ 367 w 10000"/>
              <a:gd name="connsiteY32" fmla="*/ 4303 h 10000"/>
              <a:gd name="connsiteX33" fmla="*/ 505 w 10000"/>
              <a:gd name="connsiteY33" fmla="*/ 4877 h 10000"/>
              <a:gd name="connsiteX34" fmla="*/ 275 w 10000"/>
              <a:gd name="connsiteY34" fmla="*/ 5123 h 10000"/>
              <a:gd name="connsiteX35" fmla="*/ 505 w 10000"/>
              <a:gd name="connsiteY35" fmla="*/ 5328 h 10000"/>
              <a:gd name="connsiteX36" fmla="*/ 1009 w 10000"/>
              <a:gd name="connsiteY36" fmla="*/ 5820 h 10000"/>
              <a:gd name="connsiteX37" fmla="*/ 1009 w 10000"/>
              <a:gd name="connsiteY37" fmla="*/ 6230 h 10000"/>
              <a:gd name="connsiteX38" fmla="*/ 550 w 10000"/>
              <a:gd name="connsiteY38" fmla="*/ 6639 h 10000"/>
              <a:gd name="connsiteX39" fmla="*/ 1009 w 10000"/>
              <a:gd name="connsiteY39" fmla="*/ 6926 h 10000"/>
              <a:gd name="connsiteX40" fmla="*/ 3918 w 10000"/>
              <a:gd name="connsiteY40" fmla="*/ 7775 h 10000"/>
              <a:gd name="connsiteX41" fmla="*/ 6606 w 10000"/>
              <a:gd name="connsiteY41" fmla="*/ 8852 h 10000"/>
              <a:gd name="connsiteX42" fmla="*/ 9587 w 10000"/>
              <a:gd name="connsiteY42" fmla="*/ 10000 h 10000"/>
              <a:gd name="connsiteX43" fmla="*/ 9725 w 10000"/>
              <a:gd name="connsiteY43" fmla="*/ 9754 h 10000"/>
              <a:gd name="connsiteX44" fmla="*/ 10000 w 10000"/>
              <a:gd name="connsiteY44" fmla="*/ 9303 h 10000"/>
              <a:gd name="connsiteX0" fmla="*/ 10000 w 10000"/>
              <a:gd name="connsiteY0" fmla="*/ 9303 h 10000"/>
              <a:gd name="connsiteX1" fmla="*/ 9587 w 10000"/>
              <a:gd name="connsiteY1" fmla="*/ 8975 h 10000"/>
              <a:gd name="connsiteX2" fmla="*/ 9266 w 10000"/>
              <a:gd name="connsiteY2" fmla="*/ 8320 h 10000"/>
              <a:gd name="connsiteX3" fmla="*/ 9220 w 10000"/>
              <a:gd name="connsiteY3" fmla="*/ 8115 h 10000"/>
              <a:gd name="connsiteX4" fmla="*/ 8853 w 10000"/>
              <a:gd name="connsiteY4" fmla="*/ 7131 h 10000"/>
              <a:gd name="connsiteX5" fmla="*/ 8303 w 10000"/>
              <a:gd name="connsiteY5" fmla="*/ 5615 h 10000"/>
              <a:gd name="connsiteX6" fmla="*/ 7523 w 10000"/>
              <a:gd name="connsiteY6" fmla="*/ 4590 h 10000"/>
              <a:gd name="connsiteX7" fmla="*/ 7661 w 10000"/>
              <a:gd name="connsiteY7" fmla="*/ 4057 h 10000"/>
              <a:gd name="connsiteX8" fmla="*/ 7752 w 10000"/>
              <a:gd name="connsiteY8" fmla="*/ 3197 h 10000"/>
              <a:gd name="connsiteX9" fmla="*/ 8119 w 10000"/>
              <a:gd name="connsiteY9" fmla="*/ 2459 h 10000"/>
              <a:gd name="connsiteX10" fmla="*/ 7844 w 10000"/>
              <a:gd name="connsiteY10" fmla="*/ 1885 h 10000"/>
              <a:gd name="connsiteX11" fmla="*/ 6927 w 10000"/>
              <a:gd name="connsiteY11" fmla="*/ 2213 h 10000"/>
              <a:gd name="connsiteX12" fmla="*/ 6101 w 10000"/>
              <a:gd name="connsiteY12" fmla="*/ 1598 h 10000"/>
              <a:gd name="connsiteX13" fmla="*/ 5780 w 10000"/>
              <a:gd name="connsiteY13" fmla="*/ 2418 h 10000"/>
              <a:gd name="connsiteX14" fmla="*/ 5229 w 10000"/>
              <a:gd name="connsiteY14" fmla="*/ 2418 h 10000"/>
              <a:gd name="connsiteX15" fmla="*/ 4817 w 10000"/>
              <a:gd name="connsiteY15" fmla="*/ 1680 h 10000"/>
              <a:gd name="connsiteX16" fmla="*/ 4312 w 10000"/>
              <a:gd name="connsiteY16" fmla="*/ 1475 h 10000"/>
              <a:gd name="connsiteX17" fmla="*/ 4495 w 10000"/>
              <a:gd name="connsiteY17" fmla="*/ 1148 h 10000"/>
              <a:gd name="connsiteX18" fmla="*/ 4771 w 10000"/>
              <a:gd name="connsiteY18" fmla="*/ 902 h 10000"/>
              <a:gd name="connsiteX19" fmla="*/ 4495 w 10000"/>
              <a:gd name="connsiteY19" fmla="*/ 738 h 10000"/>
              <a:gd name="connsiteX20" fmla="*/ 3578 w 10000"/>
              <a:gd name="connsiteY20" fmla="*/ 246 h 10000"/>
              <a:gd name="connsiteX21" fmla="*/ 3257 w 10000"/>
              <a:gd name="connsiteY21" fmla="*/ 123 h 10000"/>
              <a:gd name="connsiteX22" fmla="*/ 2936 w 10000"/>
              <a:gd name="connsiteY22" fmla="*/ 287 h 10000"/>
              <a:gd name="connsiteX23" fmla="*/ 2615 w 10000"/>
              <a:gd name="connsiteY23" fmla="*/ 451 h 10000"/>
              <a:gd name="connsiteX24" fmla="*/ 2248 w 10000"/>
              <a:gd name="connsiteY24" fmla="*/ 533 h 10000"/>
              <a:gd name="connsiteX25" fmla="*/ 2248 w 10000"/>
              <a:gd name="connsiteY25" fmla="*/ 738 h 10000"/>
              <a:gd name="connsiteX26" fmla="*/ 1972 w 10000"/>
              <a:gd name="connsiteY26" fmla="*/ 738 h 10000"/>
              <a:gd name="connsiteX27" fmla="*/ 1881 w 10000"/>
              <a:gd name="connsiteY27" fmla="*/ 1598 h 10000"/>
              <a:gd name="connsiteX28" fmla="*/ 917 w 10000"/>
              <a:gd name="connsiteY28" fmla="*/ 1762 h 10000"/>
              <a:gd name="connsiteX29" fmla="*/ 872 w 10000"/>
              <a:gd name="connsiteY29" fmla="*/ 2418 h 10000"/>
              <a:gd name="connsiteX30" fmla="*/ 1055 w 10000"/>
              <a:gd name="connsiteY30" fmla="*/ 3156 h 10000"/>
              <a:gd name="connsiteX31" fmla="*/ 550 w 10000"/>
              <a:gd name="connsiteY31" fmla="*/ 3525 h 10000"/>
              <a:gd name="connsiteX32" fmla="*/ 367 w 10000"/>
              <a:gd name="connsiteY32" fmla="*/ 4303 h 10000"/>
              <a:gd name="connsiteX33" fmla="*/ 505 w 10000"/>
              <a:gd name="connsiteY33" fmla="*/ 4877 h 10000"/>
              <a:gd name="connsiteX34" fmla="*/ 275 w 10000"/>
              <a:gd name="connsiteY34" fmla="*/ 5123 h 10000"/>
              <a:gd name="connsiteX35" fmla="*/ 505 w 10000"/>
              <a:gd name="connsiteY35" fmla="*/ 5328 h 10000"/>
              <a:gd name="connsiteX36" fmla="*/ 1009 w 10000"/>
              <a:gd name="connsiteY36" fmla="*/ 5820 h 10000"/>
              <a:gd name="connsiteX37" fmla="*/ 1009 w 10000"/>
              <a:gd name="connsiteY37" fmla="*/ 6230 h 10000"/>
              <a:gd name="connsiteX38" fmla="*/ 550 w 10000"/>
              <a:gd name="connsiteY38" fmla="*/ 6639 h 10000"/>
              <a:gd name="connsiteX39" fmla="*/ 3918 w 10000"/>
              <a:gd name="connsiteY39" fmla="*/ 7775 h 10000"/>
              <a:gd name="connsiteX40" fmla="*/ 6606 w 10000"/>
              <a:gd name="connsiteY40" fmla="*/ 8852 h 10000"/>
              <a:gd name="connsiteX41" fmla="*/ 9587 w 10000"/>
              <a:gd name="connsiteY41" fmla="*/ 10000 h 10000"/>
              <a:gd name="connsiteX42" fmla="*/ 9725 w 10000"/>
              <a:gd name="connsiteY42" fmla="*/ 9754 h 10000"/>
              <a:gd name="connsiteX43" fmla="*/ 10000 w 10000"/>
              <a:gd name="connsiteY43" fmla="*/ 9303 h 10000"/>
              <a:gd name="connsiteX0" fmla="*/ 10000 w 10000"/>
              <a:gd name="connsiteY0" fmla="*/ 9303 h 10000"/>
              <a:gd name="connsiteX1" fmla="*/ 9587 w 10000"/>
              <a:gd name="connsiteY1" fmla="*/ 8975 h 10000"/>
              <a:gd name="connsiteX2" fmla="*/ 9266 w 10000"/>
              <a:gd name="connsiteY2" fmla="*/ 8320 h 10000"/>
              <a:gd name="connsiteX3" fmla="*/ 9220 w 10000"/>
              <a:gd name="connsiteY3" fmla="*/ 8115 h 10000"/>
              <a:gd name="connsiteX4" fmla="*/ 8853 w 10000"/>
              <a:gd name="connsiteY4" fmla="*/ 7131 h 10000"/>
              <a:gd name="connsiteX5" fmla="*/ 8303 w 10000"/>
              <a:gd name="connsiteY5" fmla="*/ 5615 h 10000"/>
              <a:gd name="connsiteX6" fmla="*/ 7523 w 10000"/>
              <a:gd name="connsiteY6" fmla="*/ 4590 h 10000"/>
              <a:gd name="connsiteX7" fmla="*/ 7661 w 10000"/>
              <a:gd name="connsiteY7" fmla="*/ 4057 h 10000"/>
              <a:gd name="connsiteX8" fmla="*/ 7752 w 10000"/>
              <a:gd name="connsiteY8" fmla="*/ 3197 h 10000"/>
              <a:gd name="connsiteX9" fmla="*/ 8119 w 10000"/>
              <a:gd name="connsiteY9" fmla="*/ 2459 h 10000"/>
              <a:gd name="connsiteX10" fmla="*/ 7844 w 10000"/>
              <a:gd name="connsiteY10" fmla="*/ 1885 h 10000"/>
              <a:gd name="connsiteX11" fmla="*/ 6927 w 10000"/>
              <a:gd name="connsiteY11" fmla="*/ 2213 h 10000"/>
              <a:gd name="connsiteX12" fmla="*/ 6101 w 10000"/>
              <a:gd name="connsiteY12" fmla="*/ 1598 h 10000"/>
              <a:gd name="connsiteX13" fmla="*/ 5780 w 10000"/>
              <a:gd name="connsiteY13" fmla="*/ 2418 h 10000"/>
              <a:gd name="connsiteX14" fmla="*/ 5229 w 10000"/>
              <a:gd name="connsiteY14" fmla="*/ 2418 h 10000"/>
              <a:gd name="connsiteX15" fmla="*/ 4817 w 10000"/>
              <a:gd name="connsiteY15" fmla="*/ 1680 h 10000"/>
              <a:gd name="connsiteX16" fmla="*/ 4312 w 10000"/>
              <a:gd name="connsiteY16" fmla="*/ 1475 h 10000"/>
              <a:gd name="connsiteX17" fmla="*/ 4495 w 10000"/>
              <a:gd name="connsiteY17" fmla="*/ 1148 h 10000"/>
              <a:gd name="connsiteX18" fmla="*/ 4771 w 10000"/>
              <a:gd name="connsiteY18" fmla="*/ 902 h 10000"/>
              <a:gd name="connsiteX19" fmla="*/ 4495 w 10000"/>
              <a:gd name="connsiteY19" fmla="*/ 738 h 10000"/>
              <a:gd name="connsiteX20" fmla="*/ 3578 w 10000"/>
              <a:gd name="connsiteY20" fmla="*/ 246 h 10000"/>
              <a:gd name="connsiteX21" fmla="*/ 3257 w 10000"/>
              <a:gd name="connsiteY21" fmla="*/ 123 h 10000"/>
              <a:gd name="connsiteX22" fmla="*/ 2936 w 10000"/>
              <a:gd name="connsiteY22" fmla="*/ 287 h 10000"/>
              <a:gd name="connsiteX23" fmla="*/ 2615 w 10000"/>
              <a:gd name="connsiteY23" fmla="*/ 451 h 10000"/>
              <a:gd name="connsiteX24" fmla="*/ 2248 w 10000"/>
              <a:gd name="connsiteY24" fmla="*/ 533 h 10000"/>
              <a:gd name="connsiteX25" fmla="*/ 2248 w 10000"/>
              <a:gd name="connsiteY25" fmla="*/ 738 h 10000"/>
              <a:gd name="connsiteX26" fmla="*/ 1972 w 10000"/>
              <a:gd name="connsiteY26" fmla="*/ 738 h 10000"/>
              <a:gd name="connsiteX27" fmla="*/ 1881 w 10000"/>
              <a:gd name="connsiteY27" fmla="*/ 1598 h 10000"/>
              <a:gd name="connsiteX28" fmla="*/ 917 w 10000"/>
              <a:gd name="connsiteY28" fmla="*/ 1762 h 10000"/>
              <a:gd name="connsiteX29" fmla="*/ 872 w 10000"/>
              <a:gd name="connsiteY29" fmla="*/ 2418 h 10000"/>
              <a:gd name="connsiteX30" fmla="*/ 1055 w 10000"/>
              <a:gd name="connsiteY30" fmla="*/ 3156 h 10000"/>
              <a:gd name="connsiteX31" fmla="*/ 550 w 10000"/>
              <a:gd name="connsiteY31" fmla="*/ 3525 h 10000"/>
              <a:gd name="connsiteX32" fmla="*/ 367 w 10000"/>
              <a:gd name="connsiteY32" fmla="*/ 4303 h 10000"/>
              <a:gd name="connsiteX33" fmla="*/ 505 w 10000"/>
              <a:gd name="connsiteY33" fmla="*/ 4877 h 10000"/>
              <a:gd name="connsiteX34" fmla="*/ 275 w 10000"/>
              <a:gd name="connsiteY34" fmla="*/ 5123 h 10000"/>
              <a:gd name="connsiteX35" fmla="*/ 505 w 10000"/>
              <a:gd name="connsiteY35" fmla="*/ 5328 h 10000"/>
              <a:gd name="connsiteX36" fmla="*/ 1009 w 10000"/>
              <a:gd name="connsiteY36" fmla="*/ 5820 h 10000"/>
              <a:gd name="connsiteX37" fmla="*/ 1009 w 10000"/>
              <a:gd name="connsiteY37" fmla="*/ 6230 h 10000"/>
              <a:gd name="connsiteX38" fmla="*/ 3918 w 10000"/>
              <a:gd name="connsiteY38" fmla="*/ 7775 h 10000"/>
              <a:gd name="connsiteX39" fmla="*/ 6606 w 10000"/>
              <a:gd name="connsiteY39" fmla="*/ 8852 h 10000"/>
              <a:gd name="connsiteX40" fmla="*/ 9587 w 10000"/>
              <a:gd name="connsiteY40" fmla="*/ 10000 h 10000"/>
              <a:gd name="connsiteX41" fmla="*/ 9725 w 10000"/>
              <a:gd name="connsiteY41" fmla="*/ 9754 h 10000"/>
              <a:gd name="connsiteX42" fmla="*/ 10000 w 10000"/>
              <a:gd name="connsiteY42" fmla="*/ 9303 h 10000"/>
              <a:gd name="connsiteX0" fmla="*/ 10000 w 10000"/>
              <a:gd name="connsiteY0" fmla="*/ 9303 h 10000"/>
              <a:gd name="connsiteX1" fmla="*/ 9587 w 10000"/>
              <a:gd name="connsiteY1" fmla="*/ 8975 h 10000"/>
              <a:gd name="connsiteX2" fmla="*/ 9266 w 10000"/>
              <a:gd name="connsiteY2" fmla="*/ 8320 h 10000"/>
              <a:gd name="connsiteX3" fmla="*/ 9220 w 10000"/>
              <a:gd name="connsiteY3" fmla="*/ 8115 h 10000"/>
              <a:gd name="connsiteX4" fmla="*/ 8853 w 10000"/>
              <a:gd name="connsiteY4" fmla="*/ 7131 h 10000"/>
              <a:gd name="connsiteX5" fmla="*/ 8303 w 10000"/>
              <a:gd name="connsiteY5" fmla="*/ 5615 h 10000"/>
              <a:gd name="connsiteX6" fmla="*/ 7523 w 10000"/>
              <a:gd name="connsiteY6" fmla="*/ 4590 h 10000"/>
              <a:gd name="connsiteX7" fmla="*/ 7661 w 10000"/>
              <a:gd name="connsiteY7" fmla="*/ 4057 h 10000"/>
              <a:gd name="connsiteX8" fmla="*/ 7752 w 10000"/>
              <a:gd name="connsiteY8" fmla="*/ 3197 h 10000"/>
              <a:gd name="connsiteX9" fmla="*/ 8119 w 10000"/>
              <a:gd name="connsiteY9" fmla="*/ 2459 h 10000"/>
              <a:gd name="connsiteX10" fmla="*/ 7844 w 10000"/>
              <a:gd name="connsiteY10" fmla="*/ 1885 h 10000"/>
              <a:gd name="connsiteX11" fmla="*/ 6927 w 10000"/>
              <a:gd name="connsiteY11" fmla="*/ 2213 h 10000"/>
              <a:gd name="connsiteX12" fmla="*/ 6101 w 10000"/>
              <a:gd name="connsiteY12" fmla="*/ 1598 h 10000"/>
              <a:gd name="connsiteX13" fmla="*/ 5780 w 10000"/>
              <a:gd name="connsiteY13" fmla="*/ 2418 h 10000"/>
              <a:gd name="connsiteX14" fmla="*/ 5229 w 10000"/>
              <a:gd name="connsiteY14" fmla="*/ 2418 h 10000"/>
              <a:gd name="connsiteX15" fmla="*/ 4817 w 10000"/>
              <a:gd name="connsiteY15" fmla="*/ 1680 h 10000"/>
              <a:gd name="connsiteX16" fmla="*/ 4312 w 10000"/>
              <a:gd name="connsiteY16" fmla="*/ 1475 h 10000"/>
              <a:gd name="connsiteX17" fmla="*/ 4495 w 10000"/>
              <a:gd name="connsiteY17" fmla="*/ 1148 h 10000"/>
              <a:gd name="connsiteX18" fmla="*/ 4771 w 10000"/>
              <a:gd name="connsiteY18" fmla="*/ 902 h 10000"/>
              <a:gd name="connsiteX19" fmla="*/ 4495 w 10000"/>
              <a:gd name="connsiteY19" fmla="*/ 738 h 10000"/>
              <a:gd name="connsiteX20" fmla="*/ 3578 w 10000"/>
              <a:gd name="connsiteY20" fmla="*/ 246 h 10000"/>
              <a:gd name="connsiteX21" fmla="*/ 3257 w 10000"/>
              <a:gd name="connsiteY21" fmla="*/ 123 h 10000"/>
              <a:gd name="connsiteX22" fmla="*/ 2936 w 10000"/>
              <a:gd name="connsiteY22" fmla="*/ 287 h 10000"/>
              <a:gd name="connsiteX23" fmla="*/ 2615 w 10000"/>
              <a:gd name="connsiteY23" fmla="*/ 451 h 10000"/>
              <a:gd name="connsiteX24" fmla="*/ 2248 w 10000"/>
              <a:gd name="connsiteY24" fmla="*/ 533 h 10000"/>
              <a:gd name="connsiteX25" fmla="*/ 2248 w 10000"/>
              <a:gd name="connsiteY25" fmla="*/ 738 h 10000"/>
              <a:gd name="connsiteX26" fmla="*/ 1972 w 10000"/>
              <a:gd name="connsiteY26" fmla="*/ 738 h 10000"/>
              <a:gd name="connsiteX27" fmla="*/ 1881 w 10000"/>
              <a:gd name="connsiteY27" fmla="*/ 1598 h 10000"/>
              <a:gd name="connsiteX28" fmla="*/ 917 w 10000"/>
              <a:gd name="connsiteY28" fmla="*/ 1762 h 10000"/>
              <a:gd name="connsiteX29" fmla="*/ 872 w 10000"/>
              <a:gd name="connsiteY29" fmla="*/ 2418 h 10000"/>
              <a:gd name="connsiteX30" fmla="*/ 1055 w 10000"/>
              <a:gd name="connsiteY30" fmla="*/ 3156 h 10000"/>
              <a:gd name="connsiteX31" fmla="*/ 550 w 10000"/>
              <a:gd name="connsiteY31" fmla="*/ 3525 h 10000"/>
              <a:gd name="connsiteX32" fmla="*/ 367 w 10000"/>
              <a:gd name="connsiteY32" fmla="*/ 4303 h 10000"/>
              <a:gd name="connsiteX33" fmla="*/ 505 w 10000"/>
              <a:gd name="connsiteY33" fmla="*/ 4877 h 10000"/>
              <a:gd name="connsiteX34" fmla="*/ 275 w 10000"/>
              <a:gd name="connsiteY34" fmla="*/ 5123 h 10000"/>
              <a:gd name="connsiteX35" fmla="*/ 505 w 10000"/>
              <a:gd name="connsiteY35" fmla="*/ 5328 h 10000"/>
              <a:gd name="connsiteX36" fmla="*/ 1009 w 10000"/>
              <a:gd name="connsiteY36" fmla="*/ 5820 h 10000"/>
              <a:gd name="connsiteX37" fmla="*/ 3918 w 10000"/>
              <a:gd name="connsiteY37" fmla="*/ 7775 h 10000"/>
              <a:gd name="connsiteX38" fmla="*/ 6606 w 10000"/>
              <a:gd name="connsiteY38" fmla="*/ 8852 h 10000"/>
              <a:gd name="connsiteX39" fmla="*/ 9587 w 10000"/>
              <a:gd name="connsiteY39" fmla="*/ 10000 h 10000"/>
              <a:gd name="connsiteX40" fmla="*/ 9725 w 10000"/>
              <a:gd name="connsiteY40" fmla="*/ 9754 h 10000"/>
              <a:gd name="connsiteX41" fmla="*/ 10000 w 10000"/>
              <a:gd name="connsiteY41" fmla="*/ 9303 h 10000"/>
              <a:gd name="connsiteX0" fmla="*/ 10000 w 10000"/>
              <a:gd name="connsiteY0" fmla="*/ 9303 h 10000"/>
              <a:gd name="connsiteX1" fmla="*/ 9587 w 10000"/>
              <a:gd name="connsiteY1" fmla="*/ 8975 h 10000"/>
              <a:gd name="connsiteX2" fmla="*/ 9266 w 10000"/>
              <a:gd name="connsiteY2" fmla="*/ 8320 h 10000"/>
              <a:gd name="connsiteX3" fmla="*/ 9220 w 10000"/>
              <a:gd name="connsiteY3" fmla="*/ 8115 h 10000"/>
              <a:gd name="connsiteX4" fmla="*/ 8853 w 10000"/>
              <a:gd name="connsiteY4" fmla="*/ 7131 h 10000"/>
              <a:gd name="connsiteX5" fmla="*/ 8303 w 10000"/>
              <a:gd name="connsiteY5" fmla="*/ 5615 h 10000"/>
              <a:gd name="connsiteX6" fmla="*/ 7523 w 10000"/>
              <a:gd name="connsiteY6" fmla="*/ 4590 h 10000"/>
              <a:gd name="connsiteX7" fmla="*/ 7661 w 10000"/>
              <a:gd name="connsiteY7" fmla="*/ 4057 h 10000"/>
              <a:gd name="connsiteX8" fmla="*/ 7752 w 10000"/>
              <a:gd name="connsiteY8" fmla="*/ 3197 h 10000"/>
              <a:gd name="connsiteX9" fmla="*/ 8119 w 10000"/>
              <a:gd name="connsiteY9" fmla="*/ 2459 h 10000"/>
              <a:gd name="connsiteX10" fmla="*/ 7844 w 10000"/>
              <a:gd name="connsiteY10" fmla="*/ 1885 h 10000"/>
              <a:gd name="connsiteX11" fmla="*/ 6927 w 10000"/>
              <a:gd name="connsiteY11" fmla="*/ 2213 h 10000"/>
              <a:gd name="connsiteX12" fmla="*/ 6101 w 10000"/>
              <a:gd name="connsiteY12" fmla="*/ 1598 h 10000"/>
              <a:gd name="connsiteX13" fmla="*/ 5780 w 10000"/>
              <a:gd name="connsiteY13" fmla="*/ 2418 h 10000"/>
              <a:gd name="connsiteX14" fmla="*/ 5229 w 10000"/>
              <a:gd name="connsiteY14" fmla="*/ 2418 h 10000"/>
              <a:gd name="connsiteX15" fmla="*/ 4817 w 10000"/>
              <a:gd name="connsiteY15" fmla="*/ 1680 h 10000"/>
              <a:gd name="connsiteX16" fmla="*/ 4312 w 10000"/>
              <a:gd name="connsiteY16" fmla="*/ 1475 h 10000"/>
              <a:gd name="connsiteX17" fmla="*/ 4495 w 10000"/>
              <a:gd name="connsiteY17" fmla="*/ 1148 h 10000"/>
              <a:gd name="connsiteX18" fmla="*/ 4771 w 10000"/>
              <a:gd name="connsiteY18" fmla="*/ 902 h 10000"/>
              <a:gd name="connsiteX19" fmla="*/ 4495 w 10000"/>
              <a:gd name="connsiteY19" fmla="*/ 738 h 10000"/>
              <a:gd name="connsiteX20" fmla="*/ 3578 w 10000"/>
              <a:gd name="connsiteY20" fmla="*/ 246 h 10000"/>
              <a:gd name="connsiteX21" fmla="*/ 3257 w 10000"/>
              <a:gd name="connsiteY21" fmla="*/ 123 h 10000"/>
              <a:gd name="connsiteX22" fmla="*/ 2936 w 10000"/>
              <a:gd name="connsiteY22" fmla="*/ 287 h 10000"/>
              <a:gd name="connsiteX23" fmla="*/ 2615 w 10000"/>
              <a:gd name="connsiteY23" fmla="*/ 451 h 10000"/>
              <a:gd name="connsiteX24" fmla="*/ 2248 w 10000"/>
              <a:gd name="connsiteY24" fmla="*/ 533 h 10000"/>
              <a:gd name="connsiteX25" fmla="*/ 2248 w 10000"/>
              <a:gd name="connsiteY25" fmla="*/ 738 h 10000"/>
              <a:gd name="connsiteX26" fmla="*/ 1972 w 10000"/>
              <a:gd name="connsiteY26" fmla="*/ 738 h 10000"/>
              <a:gd name="connsiteX27" fmla="*/ 1881 w 10000"/>
              <a:gd name="connsiteY27" fmla="*/ 1598 h 10000"/>
              <a:gd name="connsiteX28" fmla="*/ 917 w 10000"/>
              <a:gd name="connsiteY28" fmla="*/ 1762 h 10000"/>
              <a:gd name="connsiteX29" fmla="*/ 872 w 10000"/>
              <a:gd name="connsiteY29" fmla="*/ 2418 h 10000"/>
              <a:gd name="connsiteX30" fmla="*/ 1055 w 10000"/>
              <a:gd name="connsiteY30" fmla="*/ 3156 h 10000"/>
              <a:gd name="connsiteX31" fmla="*/ 550 w 10000"/>
              <a:gd name="connsiteY31" fmla="*/ 3525 h 10000"/>
              <a:gd name="connsiteX32" fmla="*/ 367 w 10000"/>
              <a:gd name="connsiteY32" fmla="*/ 4303 h 10000"/>
              <a:gd name="connsiteX33" fmla="*/ 505 w 10000"/>
              <a:gd name="connsiteY33" fmla="*/ 4877 h 10000"/>
              <a:gd name="connsiteX34" fmla="*/ 275 w 10000"/>
              <a:gd name="connsiteY34" fmla="*/ 5123 h 10000"/>
              <a:gd name="connsiteX35" fmla="*/ 505 w 10000"/>
              <a:gd name="connsiteY35" fmla="*/ 5328 h 10000"/>
              <a:gd name="connsiteX36" fmla="*/ 3918 w 10000"/>
              <a:gd name="connsiteY36" fmla="*/ 7775 h 10000"/>
              <a:gd name="connsiteX37" fmla="*/ 6606 w 10000"/>
              <a:gd name="connsiteY37" fmla="*/ 8852 h 10000"/>
              <a:gd name="connsiteX38" fmla="*/ 9587 w 10000"/>
              <a:gd name="connsiteY38" fmla="*/ 10000 h 10000"/>
              <a:gd name="connsiteX39" fmla="*/ 9725 w 10000"/>
              <a:gd name="connsiteY39" fmla="*/ 9754 h 10000"/>
              <a:gd name="connsiteX40" fmla="*/ 10000 w 10000"/>
              <a:gd name="connsiteY40" fmla="*/ 9303 h 10000"/>
              <a:gd name="connsiteX0" fmla="*/ 10294 w 10294"/>
              <a:gd name="connsiteY0" fmla="*/ 9303 h 10000"/>
              <a:gd name="connsiteX1" fmla="*/ 9881 w 10294"/>
              <a:gd name="connsiteY1" fmla="*/ 8975 h 10000"/>
              <a:gd name="connsiteX2" fmla="*/ 9560 w 10294"/>
              <a:gd name="connsiteY2" fmla="*/ 8320 h 10000"/>
              <a:gd name="connsiteX3" fmla="*/ 9514 w 10294"/>
              <a:gd name="connsiteY3" fmla="*/ 8115 h 10000"/>
              <a:gd name="connsiteX4" fmla="*/ 9147 w 10294"/>
              <a:gd name="connsiteY4" fmla="*/ 7131 h 10000"/>
              <a:gd name="connsiteX5" fmla="*/ 8597 w 10294"/>
              <a:gd name="connsiteY5" fmla="*/ 5615 h 10000"/>
              <a:gd name="connsiteX6" fmla="*/ 7817 w 10294"/>
              <a:gd name="connsiteY6" fmla="*/ 4590 h 10000"/>
              <a:gd name="connsiteX7" fmla="*/ 7955 w 10294"/>
              <a:gd name="connsiteY7" fmla="*/ 4057 h 10000"/>
              <a:gd name="connsiteX8" fmla="*/ 8046 w 10294"/>
              <a:gd name="connsiteY8" fmla="*/ 3197 h 10000"/>
              <a:gd name="connsiteX9" fmla="*/ 8413 w 10294"/>
              <a:gd name="connsiteY9" fmla="*/ 2459 h 10000"/>
              <a:gd name="connsiteX10" fmla="*/ 8138 w 10294"/>
              <a:gd name="connsiteY10" fmla="*/ 1885 h 10000"/>
              <a:gd name="connsiteX11" fmla="*/ 7221 w 10294"/>
              <a:gd name="connsiteY11" fmla="*/ 2213 h 10000"/>
              <a:gd name="connsiteX12" fmla="*/ 6395 w 10294"/>
              <a:gd name="connsiteY12" fmla="*/ 1598 h 10000"/>
              <a:gd name="connsiteX13" fmla="*/ 6074 w 10294"/>
              <a:gd name="connsiteY13" fmla="*/ 2418 h 10000"/>
              <a:gd name="connsiteX14" fmla="*/ 5523 w 10294"/>
              <a:gd name="connsiteY14" fmla="*/ 2418 h 10000"/>
              <a:gd name="connsiteX15" fmla="*/ 5111 w 10294"/>
              <a:gd name="connsiteY15" fmla="*/ 1680 h 10000"/>
              <a:gd name="connsiteX16" fmla="*/ 4606 w 10294"/>
              <a:gd name="connsiteY16" fmla="*/ 1475 h 10000"/>
              <a:gd name="connsiteX17" fmla="*/ 4789 w 10294"/>
              <a:gd name="connsiteY17" fmla="*/ 1148 h 10000"/>
              <a:gd name="connsiteX18" fmla="*/ 5065 w 10294"/>
              <a:gd name="connsiteY18" fmla="*/ 902 h 10000"/>
              <a:gd name="connsiteX19" fmla="*/ 4789 w 10294"/>
              <a:gd name="connsiteY19" fmla="*/ 738 h 10000"/>
              <a:gd name="connsiteX20" fmla="*/ 3872 w 10294"/>
              <a:gd name="connsiteY20" fmla="*/ 246 h 10000"/>
              <a:gd name="connsiteX21" fmla="*/ 3551 w 10294"/>
              <a:gd name="connsiteY21" fmla="*/ 123 h 10000"/>
              <a:gd name="connsiteX22" fmla="*/ 3230 w 10294"/>
              <a:gd name="connsiteY22" fmla="*/ 287 h 10000"/>
              <a:gd name="connsiteX23" fmla="*/ 2909 w 10294"/>
              <a:gd name="connsiteY23" fmla="*/ 451 h 10000"/>
              <a:gd name="connsiteX24" fmla="*/ 2542 w 10294"/>
              <a:gd name="connsiteY24" fmla="*/ 533 h 10000"/>
              <a:gd name="connsiteX25" fmla="*/ 2542 w 10294"/>
              <a:gd name="connsiteY25" fmla="*/ 738 h 10000"/>
              <a:gd name="connsiteX26" fmla="*/ 2266 w 10294"/>
              <a:gd name="connsiteY26" fmla="*/ 738 h 10000"/>
              <a:gd name="connsiteX27" fmla="*/ 2175 w 10294"/>
              <a:gd name="connsiteY27" fmla="*/ 1598 h 10000"/>
              <a:gd name="connsiteX28" fmla="*/ 1211 w 10294"/>
              <a:gd name="connsiteY28" fmla="*/ 1762 h 10000"/>
              <a:gd name="connsiteX29" fmla="*/ 1166 w 10294"/>
              <a:gd name="connsiteY29" fmla="*/ 2418 h 10000"/>
              <a:gd name="connsiteX30" fmla="*/ 1349 w 10294"/>
              <a:gd name="connsiteY30" fmla="*/ 3156 h 10000"/>
              <a:gd name="connsiteX31" fmla="*/ 844 w 10294"/>
              <a:gd name="connsiteY31" fmla="*/ 3525 h 10000"/>
              <a:gd name="connsiteX32" fmla="*/ 661 w 10294"/>
              <a:gd name="connsiteY32" fmla="*/ 4303 h 10000"/>
              <a:gd name="connsiteX33" fmla="*/ 799 w 10294"/>
              <a:gd name="connsiteY33" fmla="*/ 4877 h 10000"/>
              <a:gd name="connsiteX34" fmla="*/ 569 w 10294"/>
              <a:gd name="connsiteY34" fmla="*/ 5123 h 10000"/>
              <a:gd name="connsiteX35" fmla="*/ 4212 w 10294"/>
              <a:gd name="connsiteY35" fmla="*/ 7775 h 10000"/>
              <a:gd name="connsiteX36" fmla="*/ 6900 w 10294"/>
              <a:gd name="connsiteY36" fmla="*/ 8852 h 10000"/>
              <a:gd name="connsiteX37" fmla="*/ 9881 w 10294"/>
              <a:gd name="connsiteY37" fmla="*/ 10000 h 10000"/>
              <a:gd name="connsiteX38" fmla="*/ 10019 w 10294"/>
              <a:gd name="connsiteY38" fmla="*/ 9754 h 10000"/>
              <a:gd name="connsiteX39" fmla="*/ 10294 w 10294"/>
              <a:gd name="connsiteY39" fmla="*/ 9303 h 10000"/>
              <a:gd name="connsiteX0" fmla="*/ 10087 w 10087"/>
              <a:gd name="connsiteY0" fmla="*/ 9303 h 10000"/>
              <a:gd name="connsiteX1" fmla="*/ 9674 w 10087"/>
              <a:gd name="connsiteY1" fmla="*/ 8975 h 10000"/>
              <a:gd name="connsiteX2" fmla="*/ 9353 w 10087"/>
              <a:gd name="connsiteY2" fmla="*/ 8320 h 10000"/>
              <a:gd name="connsiteX3" fmla="*/ 9307 w 10087"/>
              <a:gd name="connsiteY3" fmla="*/ 8115 h 10000"/>
              <a:gd name="connsiteX4" fmla="*/ 8940 w 10087"/>
              <a:gd name="connsiteY4" fmla="*/ 7131 h 10000"/>
              <a:gd name="connsiteX5" fmla="*/ 8390 w 10087"/>
              <a:gd name="connsiteY5" fmla="*/ 5615 h 10000"/>
              <a:gd name="connsiteX6" fmla="*/ 7610 w 10087"/>
              <a:gd name="connsiteY6" fmla="*/ 4590 h 10000"/>
              <a:gd name="connsiteX7" fmla="*/ 7748 w 10087"/>
              <a:gd name="connsiteY7" fmla="*/ 4057 h 10000"/>
              <a:gd name="connsiteX8" fmla="*/ 7839 w 10087"/>
              <a:gd name="connsiteY8" fmla="*/ 3197 h 10000"/>
              <a:gd name="connsiteX9" fmla="*/ 8206 w 10087"/>
              <a:gd name="connsiteY9" fmla="*/ 2459 h 10000"/>
              <a:gd name="connsiteX10" fmla="*/ 7931 w 10087"/>
              <a:gd name="connsiteY10" fmla="*/ 1885 h 10000"/>
              <a:gd name="connsiteX11" fmla="*/ 7014 w 10087"/>
              <a:gd name="connsiteY11" fmla="*/ 2213 h 10000"/>
              <a:gd name="connsiteX12" fmla="*/ 6188 w 10087"/>
              <a:gd name="connsiteY12" fmla="*/ 1598 h 10000"/>
              <a:gd name="connsiteX13" fmla="*/ 5867 w 10087"/>
              <a:gd name="connsiteY13" fmla="*/ 2418 h 10000"/>
              <a:gd name="connsiteX14" fmla="*/ 5316 w 10087"/>
              <a:gd name="connsiteY14" fmla="*/ 2418 h 10000"/>
              <a:gd name="connsiteX15" fmla="*/ 4904 w 10087"/>
              <a:gd name="connsiteY15" fmla="*/ 1680 h 10000"/>
              <a:gd name="connsiteX16" fmla="*/ 4399 w 10087"/>
              <a:gd name="connsiteY16" fmla="*/ 1475 h 10000"/>
              <a:gd name="connsiteX17" fmla="*/ 4582 w 10087"/>
              <a:gd name="connsiteY17" fmla="*/ 1148 h 10000"/>
              <a:gd name="connsiteX18" fmla="*/ 4858 w 10087"/>
              <a:gd name="connsiteY18" fmla="*/ 902 h 10000"/>
              <a:gd name="connsiteX19" fmla="*/ 4582 w 10087"/>
              <a:gd name="connsiteY19" fmla="*/ 738 h 10000"/>
              <a:gd name="connsiteX20" fmla="*/ 3665 w 10087"/>
              <a:gd name="connsiteY20" fmla="*/ 246 h 10000"/>
              <a:gd name="connsiteX21" fmla="*/ 3344 w 10087"/>
              <a:gd name="connsiteY21" fmla="*/ 123 h 10000"/>
              <a:gd name="connsiteX22" fmla="*/ 3023 w 10087"/>
              <a:gd name="connsiteY22" fmla="*/ 287 h 10000"/>
              <a:gd name="connsiteX23" fmla="*/ 2702 w 10087"/>
              <a:gd name="connsiteY23" fmla="*/ 451 h 10000"/>
              <a:gd name="connsiteX24" fmla="*/ 2335 w 10087"/>
              <a:gd name="connsiteY24" fmla="*/ 533 h 10000"/>
              <a:gd name="connsiteX25" fmla="*/ 2335 w 10087"/>
              <a:gd name="connsiteY25" fmla="*/ 738 h 10000"/>
              <a:gd name="connsiteX26" fmla="*/ 2059 w 10087"/>
              <a:gd name="connsiteY26" fmla="*/ 738 h 10000"/>
              <a:gd name="connsiteX27" fmla="*/ 1968 w 10087"/>
              <a:gd name="connsiteY27" fmla="*/ 1598 h 10000"/>
              <a:gd name="connsiteX28" fmla="*/ 1004 w 10087"/>
              <a:gd name="connsiteY28" fmla="*/ 1762 h 10000"/>
              <a:gd name="connsiteX29" fmla="*/ 959 w 10087"/>
              <a:gd name="connsiteY29" fmla="*/ 2418 h 10000"/>
              <a:gd name="connsiteX30" fmla="*/ 1142 w 10087"/>
              <a:gd name="connsiteY30" fmla="*/ 3156 h 10000"/>
              <a:gd name="connsiteX31" fmla="*/ 637 w 10087"/>
              <a:gd name="connsiteY31" fmla="*/ 3525 h 10000"/>
              <a:gd name="connsiteX32" fmla="*/ 454 w 10087"/>
              <a:gd name="connsiteY32" fmla="*/ 4303 h 10000"/>
              <a:gd name="connsiteX33" fmla="*/ 592 w 10087"/>
              <a:gd name="connsiteY33" fmla="*/ 4877 h 10000"/>
              <a:gd name="connsiteX34" fmla="*/ 4005 w 10087"/>
              <a:gd name="connsiteY34" fmla="*/ 7775 h 10000"/>
              <a:gd name="connsiteX35" fmla="*/ 6693 w 10087"/>
              <a:gd name="connsiteY35" fmla="*/ 8852 h 10000"/>
              <a:gd name="connsiteX36" fmla="*/ 9674 w 10087"/>
              <a:gd name="connsiteY36" fmla="*/ 10000 h 10000"/>
              <a:gd name="connsiteX37" fmla="*/ 9812 w 10087"/>
              <a:gd name="connsiteY37" fmla="*/ 9754 h 10000"/>
              <a:gd name="connsiteX38" fmla="*/ 10087 w 10087"/>
              <a:gd name="connsiteY38" fmla="*/ 9303 h 10000"/>
              <a:gd name="connsiteX0" fmla="*/ 9817 w 9817"/>
              <a:gd name="connsiteY0" fmla="*/ 9303 h 10000"/>
              <a:gd name="connsiteX1" fmla="*/ 9404 w 9817"/>
              <a:gd name="connsiteY1" fmla="*/ 8975 h 10000"/>
              <a:gd name="connsiteX2" fmla="*/ 9083 w 9817"/>
              <a:gd name="connsiteY2" fmla="*/ 8320 h 10000"/>
              <a:gd name="connsiteX3" fmla="*/ 9037 w 9817"/>
              <a:gd name="connsiteY3" fmla="*/ 8115 h 10000"/>
              <a:gd name="connsiteX4" fmla="*/ 8670 w 9817"/>
              <a:gd name="connsiteY4" fmla="*/ 7131 h 10000"/>
              <a:gd name="connsiteX5" fmla="*/ 8120 w 9817"/>
              <a:gd name="connsiteY5" fmla="*/ 5615 h 10000"/>
              <a:gd name="connsiteX6" fmla="*/ 7340 w 9817"/>
              <a:gd name="connsiteY6" fmla="*/ 4590 h 10000"/>
              <a:gd name="connsiteX7" fmla="*/ 7478 w 9817"/>
              <a:gd name="connsiteY7" fmla="*/ 4057 h 10000"/>
              <a:gd name="connsiteX8" fmla="*/ 7569 w 9817"/>
              <a:gd name="connsiteY8" fmla="*/ 3197 h 10000"/>
              <a:gd name="connsiteX9" fmla="*/ 7936 w 9817"/>
              <a:gd name="connsiteY9" fmla="*/ 2459 h 10000"/>
              <a:gd name="connsiteX10" fmla="*/ 7661 w 9817"/>
              <a:gd name="connsiteY10" fmla="*/ 1885 h 10000"/>
              <a:gd name="connsiteX11" fmla="*/ 6744 w 9817"/>
              <a:gd name="connsiteY11" fmla="*/ 2213 h 10000"/>
              <a:gd name="connsiteX12" fmla="*/ 5918 w 9817"/>
              <a:gd name="connsiteY12" fmla="*/ 1598 h 10000"/>
              <a:gd name="connsiteX13" fmla="*/ 5597 w 9817"/>
              <a:gd name="connsiteY13" fmla="*/ 2418 h 10000"/>
              <a:gd name="connsiteX14" fmla="*/ 5046 w 9817"/>
              <a:gd name="connsiteY14" fmla="*/ 2418 h 10000"/>
              <a:gd name="connsiteX15" fmla="*/ 4634 w 9817"/>
              <a:gd name="connsiteY15" fmla="*/ 1680 h 10000"/>
              <a:gd name="connsiteX16" fmla="*/ 4129 w 9817"/>
              <a:gd name="connsiteY16" fmla="*/ 1475 h 10000"/>
              <a:gd name="connsiteX17" fmla="*/ 4312 w 9817"/>
              <a:gd name="connsiteY17" fmla="*/ 1148 h 10000"/>
              <a:gd name="connsiteX18" fmla="*/ 4588 w 9817"/>
              <a:gd name="connsiteY18" fmla="*/ 902 h 10000"/>
              <a:gd name="connsiteX19" fmla="*/ 4312 w 9817"/>
              <a:gd name="connsiteY19" fmla="*/ 738 h 10000"/>
              <a:gd name="connsiteX20" fmla="*/ 3395 w 9817"/>
              <a:gd name="connsiteY20" fmla="*/ 246 h 10000"/>
              <a:gd name="connsiteX21" fmla="*/ 3074 w 9817"/>
              <a:gd name="connsiteY21" fmla="*/ 123 h 10000"/>
              <a:gd name="connsiteX22" fmla="*/ 2753 w 9817"/>
              <a:gd name="connsiteY22" fmla="*/ 287 h 10000"/>
              <a:gd name="connsiteX23" fmla="*/ 2432 w 9817"/>
              <a:gd name="connsiteY23" fmla="*/ 451 h 10000"/>
              <a:gd name="connsiteX24" fmla="*/ 2065 w 9817"/>
              <a:gd name="connsiteY24" fmla="*/ 533 h 10000"/>
              <a:gd name="connsiteX25" fmla="*/ 2065 w 9817"/>
              <a:gd name="connsiteY25" fmla="*/ 738 h 10000"/>
              <a:gd name="connsiteX26" fmla="*/ 1789 w 9817"/>
              <a:gd name="connsiteY26" fmla="*/ 738 h 10000"/>
              <a:gd name="connsiteX27" fmla="*/ 1698 w 9817"/>
              <a:gd name="connsiteY27" fmla="*/ 1598 h 10000"/>
              <a:gd name="connsiteX28" fmla="*/ 734 w 9817"/>
              <a:gd name="connsiteY28" fmla="*/ 1762 h 10000"/>
              <a:gd name="connsiteX29" fmla="*/ 689 w 9817"/>
              <a:gd name="connsiteY29" fmla="*/ 2418 h 10000"/>
              <a:gd name="connsiteX30" fmla="*/ 872 w 9817"/>
              <a:gd name="connsiteY30" fmla="*/ 3156 h 10000"/>
              <a:gd name="connsiteX31" fmla="*/ 367 w 9817"/>
              <a:gd name="connsiteY31" fmla="*/ 3525 h 10000"/>
              <a:gd name="connsiteX32" fmla="*/ 184 w 9817"/>
              <a:gd name="connsiteY32" fmla="*/ 4303 h 10000"/>
              <a:gd name="connsiteX33" fmla="*/ 3735 w 9817"/>
              <a:gd name="connsiteY33" fmla="*/ 7775 h 10000"/>
              <a:gd name="connsiteX34" fmla="*/ 6423 w 9817"/>
              <a:gd name="connsiteY34" fmla="*/ 8852 h 10000"/>
              <a:gd name="connsiteX35" fmla="*/ 9404 w 9817"/>
              <a:gd name="connsiteY35" fmla="*/ 10000 h 10000"/>
              <a:gd name="connsiteX36" fmla="*/ 9542 w 9817"/>
              <a:gd name="connsiteY36" fmla="*/ 9754 h 10000"/>
              <a:gd name="connsiteX37" fmla="*/ 9817 w 9817"/>
              <a:gd name="connsiteY37" fmla="*/ 9303 h 10000"/>
              <a:gd name="connsiteX0" fmla="*/ 10112 w 10112"/>
              <a:gd name="connsiteY0" fmla="*/ 9303 h 10000"/>
              <a:gd name="connsiteX1" fmla="*/ 9691 w 10112"/>
              <a:gd name="connsiteY1" fmla="*/ 8975 h 10000"/>
              <a:gd name="connsiteX2" fmla="*/ 9364 w 10112"/>
              <a:gd name="connsiteY2" fmla="*/ 8320 h 10000"/>
              <a:gd name="connsiteX3" fmla="*/ 9317 w 10112"/>
              <a:gd name="connsiteY3" fmla="*/ 8115 h 10000"/>
              <a:gd name="connsiteX4" fmla="*/ 8944 w 10112"/>
              <a:gd name="connsiteY4" fmla="*/ 7131 h 10000"/>
              <a:gd name="connsiteX5" fmla="*/ 8383 w 10112"/>
              <a:gd name="connsiteY5" fmla="*/ 5615 h 10000"/>
              <a:gd name="connsiteX6" fmla="*/ 7589 w 10112"/>
              <a:gd name="connsiteY6" fmla="*/ 4590 h 10000"/>
              <a:gd name="connsiteX7" fmla="*/ 7729 w 10112"/>
              <a:gd name="connsiteY7" fmla="*/ 4057 h 10000"/>
              <a:gd name="connsiteX8" fmla="*/ 7822 w 10112"/>
              <a:gd name="connsiteY8" fmla="*/ 3197 h 10000"/>
              <a:gd name="connsiteX9" fmla="*/ 8196 w 10112"/>
              <a:gd name="connsiteY9" fmla="*/ 2459 h 10000"/>
              <a:gd name="connsiteX10" fmla="*/ 7916 w 10112"/>
              <a:gd name="connsiteY10" fmla="*/ 1885 h 10000"/>
              <a:gd name="connsiteX11" fmla="*/ 6982 w 10112"/>
              <a:gd name="connsiteY11" fmla="*/ 2213 h 10000"/>
              <a:gd name="connsiteX12" fmla="*/ 6140 w 10112"/>
              <a:gd name="connsiteY12" fmla="*/ 1598 h 10000"/>
              <a:gd name="connsiteX13" fmla="*/ 5813 w 10112"/>
              <a:gd name="connsiteY13" fmla="*/ 2418 h 10000"/>
              <a:gd name="connsiteX14" fmla="*/ 5252 w 10112"/>
              <a:gd name="connsiteY14" fmla="*/ 2418 h 10000"/>
              <a:gd name="connsiteX15" fmla="*/ 4832 w 10112"/>
              <a:gd name="connsiteY15" fmla="*/ 1680 h 10000"/>
              <a:gd name="connsiteX16" fmla="*/ 4318 w 10112"/>
              <a:gd name="connsiteY16" fmla="*/ 1475 h 10000"/>
              <a:gd name="connsiteX17" fmla="*/ 4504 w 10112"/>
              <a:gd name="connsiteY17" fmla="*/ 1148 h 10000"/>
              <a:gd name="connsiteX18" fmla="*/ 4786 w 10112"/>
              <a:gd name="connsiteY18" fmla="*/ 902 h 10000"/>
              <a:gd name="connsiteX19" fmla="*/ 4504 w 10112"/>
              <a:gd name="connsiteY19" fmla="*/ 738 h 10000"/>
              <a:gd name="connsiteX20" fmla="*/ 3570 w 10112"/>
              <a:gd name="connsiteY20" fmla="*/ 246 h 10000"/>
              <a:gd name="connsiteX21" fmla="*/ 3243 w 10112"/>
              <a:gd name="connsiteY21" fmla="*/ 123 h 10000"/>
              <a:gd name="connsiteX22" fmla="*/ 2916 w 10112"/>
              <a:gd name="connsiteY22" fmla="*/ 287 h 10000"/>
              <a:gd name="connsiteX23" fmla="*/ 2589 w 10112"/>
              <a:gd name="connsiteY23" fmla="*/ 451 h 10000"/>
              <a:gd name="connsiteX24" fmla="*/ 2215 w 10112"/>
              <a:gd name="connsiteY24" fmla="*/ 533 h 10000"/>
              <a:gd name="connsiteX25" fmla="*/ 2215 w 10112"/>
              <a:gd name="connsiteY25" fmla="*/ 738 h 10000"/>
              <a:gd name="connsiteX26" fmla="*/ 1934 w 10112"/>
              <a:gd name="connsiteY26" fmla="*/ 738 h 10000"/>
              <a:gd name="connsiteX27" fmla="*/ 1842 w 10112"/>
              <a:gd name="connsiteY27" fmla="*/ 1598 h 10000"/>
              <a:gd name="connsiteX28" fmla="*/ 860 w 10112"/>
              <a:gd name="connsiteY28" fmla="*/ 1762 h 10000"/>
              <a:gd name="connsiteX29" fmla="*/ 814 w 10112"/>
              <a:gd name="connsiteY29" fmla="*/ 2418 h 10000"/>
              <a:gd name="connsiteX30" fmla="*/ 1000 w 10112"/>
              <a:gd name="connsiteY30" fmla="*/ 3156 h 10000"/>
              <a:gd name="connsiteX31" fmla="*/ 486 w 10112"/>
              <a:gd name="connsiteY31" fmla="*/ 3525 h 10000"/>
              <a:gd name="connsiteX32" fmla="*/ 3917 w 10112"/>
              <a:gd name="connsiteY32" fmla="*/ 7775 h 10000"/>
              <a:gd name="connsiteX33" fmla="*/ 6655 w 10112"/>
              <a:gd name="connsiteY33" fmla="*/ 8852 h 10000"/>
              <a:gd name="connsiteX34" fmla="*/ 9691 w 10112"/>
              <a:gd name="connsiteY34" fmla="*/ 10000 h 10000"/>
              <a:gd name="connsiteX35" fmla="*/ 9832 w 10112"/>
              <a:gd name="connsiteY35" fmla="*/ 9754 h 10000"/>
              <a:gd name="connsiteX36" fmla="*/ 10112 w 10112"/>
              <a:gd name="connsiteY36" fmla="*/ 9303 h 10000"/>
              <a:gd name="connsiteX0" fmla="*/ 10000 w 10000"/>
              <a:gd name="connsiteY0" fmla="*/ 9303 h 10000"/>
              <a:gd name="connsiteX1" fmla="*/ 9579 w 10000"/>
              <a:gd name="connsiteY1" fmla="*/ 8975 h 10000"/>
              <a:gd name="connsiteX2" fmla="*/ 9252 w 10000"/>
              <a:gd name="connsiteY2" fmla="*/ 8320 h 10000"/>
              <a:gd name="connsiteX3" fmla="*/ 9205 w 10000"/>
              <a:gd name="connsiteY3" fmla="*/ 8115 h 10000"/>
              <a:gd name="connsiteX4" fmla="*/ 8832 w 10000"/>
              <a:gd name="connsiteY4" fmla="*/ 7131 h 10000"/>
              <a:gd name="connsiteX5" fmla="*/ 8271 w 10000"/>
              <a:gd name="connsiteY5" fmla="*/ 5615 h 10000"/>
              <a:gd name="connsiteX6" fmla="*/ 7477 w 10000"/>
              <a:gd name="connsiteY6" fmla="*/ 4590 h 10000"/>
              <a:gd name="connsiteX7" fmla="*/ 7617 w 10000"/>
              <a:gd name="connsiteY7" fmla="*/ 4057 h 10000"/>
              <a:gd name="connsiteX8" fmla="*/ 7710 w 10000"/>
              <a:gd name="connsiteY8" fmla="*/ 3197 h 10000"/>
              <a:gd name="connsiteX9" fmla="*/ 8084 w 10000"/>
              <a:gd name="connsiteY9" fmla="*/ 2459 h 10000"/>
              <a:gd name="connsiteX10" fmla="*/ 7804 w 10000"/>
              <a:gd name="connsiteY10" fmla="*/ 1885 h 10000"/>
              <a:gd name="connsiteX11" fmla="*/ 6870 w 10000"/>
              <a:gd name="connsiteY11" fmla="*/ 2213 h 10000"/>
              <a:gd name="connsiteX12" fmla="*/ 6028 w 10000"/>
              <a:gd name="connsiteY12" fmla="*/ 1598 h 10000"/>
              <a:gd name="connsiteX13" fmla="*/ 5701 w 10000"/>
              <a:gd name="connsiteY13" fmla="*/ 2418 h 10000"/>
              <a:gd name="connsiteX14" fmla="*/ 5140 w 10000"/>
              <a:gd name="connsiteY14" fmla="*/ 2418 h 10000"/>
              <a:gd name="connsiteX15" fmla="*/ 4720 w 10000"/>
              <a:gd name="connsiteY15" fmla="*/ 1680 h 10000"/>
              <a:gd name="connsiteX16" fmla="*/ 4206 w 10000"/>
              <a:gd name="connsiteY16" fmla="*/ 1475 h 10000"/>
              <a:gd name="connsiteX17" fmla="*/ 4392 w 10000"/>
              <a:gd name="connsiteY17" fmla="*/ 1148 h 10000"/>
              <a:gd name="connsiteX18" fmla="*/ 4674 w 10000"/>
              <a:gd name="connsiteY18" fmla="*/ 902 h 10000"/>
              <a:gd name="connsiteX19" fmla="*/ 4392 w 10000"/>
              <a:gd name="connsiteY19" fmla="*/ 738 h 10000"/>
              <a:gd name="connsiteX20" fmla="*/ 3458 w 10000"/>
              <a:gd name="connsiteY20" fmla="*/ 246 h 10000"/>
              <a:gd name="connsiteX21" fmla="*/ 3131 w 10000"/>
              <a:gd name="connsiteY21" fmla="*/ 123 h 10000"/>
              <a:gd name="connsiteX22" fmla="*/ 2804 w 10000"/>
              <a:gd name="connsiteY22" fmla="*/ 287 h 10000"/>
              <a:gd name="connsiteX23" fmla="*/ 2477 w 10000"/>
              <a:gd name="connsiteY23" fmla="*/ 451 h 10000"/>
              <a:gd name="connsiteX24" fmla="*/ 2103 w 10000"/>
              <a:gd name="connsiteY24" fmla="*/ 533 h 10000"/>
              <a:gd name="connsiteX25" fmla="*/ 2103 w 10000"/>
              <a:gd name="connsiteY25" fmla="*/ 738 h 10000"/>
              <a:gd name="connsiteX26" fmla="*/ 1822 w 10000"/>
              <a:gd name="connsiteY26" fmla="*/ 738 h 10000"/>
              <a:gd name="connsiteX27" fmla="*/ 1730 w 10000"/>
              <a:gd name="connsiteY27" fmla="*/ 1598 h 10000"/>
              <a:gd name="connsiteX28" fmla="*/ 748 w 10000"/>
              <a:gd name="connsiteY28" fmla="*/ 1762 h 10000"/>
              <a:gd name="connsiteX29" fmla="*/ 702 w 10000"/>
              <a:gd name="connsiteY29" fmla="*/ 2418 h 10000"/>
              <a:gd name="connsiteX30" fmla="*/ 888 w 10000"/>
              <a:gd name="connsiteY30" fmla="*/ 3156 h 10000"/>
              <a:gd name="connsiteX31" fmla="*/ 3805 w 10000"/>
              <a:gd name="connsiteY31" fmla="*/ 7775 h 10000"/>
              <a:gd name="connsiteX32" fmla="*/ 6543 w 10000"/>
              <a:gd name="connsiteY32" fmla="*/ 8852 h 10000"/>
              <a:gd name="connsiteX33" fmla="*/ 9579 w 10000"/>
              <a:gd name="connsiteY33" fmla="*/ 10000 h 10000"/>
              <a:gd name="connsiteX34" fmla="*/ 9720 w 10000"/>
              <a:gd name="connsiteY34" fmla="*/ 9754 h 10000"/>
              <a:gd name="connsiteX35" fmla="*/ 10000 w 10000"/>
              <a:gd name="connsiteY35" fmla="*/ 9303 h 10000"/>
              <a:gd name="connsiteX0" fmla="*/ 10000 w 10000"/>
              <a:gd name="connsiteY0" fmla="*/ 9303 h 10000"/>
              <a:gd name="connsiteX1" fmla="*/ 9579 w 10000"/>
              <a:gd name="connsiteY1" fmla="*/ 8975 h 10000"/>
              <a:gd name="connsiteX2" fmla="*/ 9252 w 10000"/>
              <a:gd name="connsiteY2" fmla="*/ 8320 h 10000"/>
              <a:gd name="connsiteX3" fmla="*/ 9205 w 10000"/>
              <a:gd name="connsiteY3" fmla="*/ 8115 h 10000"/>
              <a:gd name="connsiteX4" fmla="*/ 8832 w 10000"/>
              <a:gd name="connsiteY4" fmla="*/ 7131 h 10000"/>
              <a:gd name="connsiteX5" fmla="*/ 8271 w 10000"/>
              <a:gd name="connsiteY5" fmla="*/ 5615 h 10000"/>
              <a:gd name="connsiteX6" fmla="*/ 7477 w 10000"/>
              <a:gd name="connsiteY6" fmla="*/ 4590 h 10000"/>
              <a:gd name="connsiteX7" fmla="*/ 7617 w 10000"/>
              <a:gd name="connsiteY7" fmla="*/ 4057 h 10000"/>
              <a:gd name="connsiteX8" fmla="*/ 7710 w 10000"/>
              <a:gd name="connsiteY8" fmla="*/ 3197 h 10000"/>
              <a:gd name="connsiteX9" fmla="*/ 8084 w 10000"/>
              <a:gd name="connsiteY9" fmla="*/ 2459 h 10000"/>
              <a:gd name="connsiteX10" fmla="*/ 7804 w 10000"/>
              <a:gd name="connsiteY10" fmla="*/ 1885 h 10000"/>
              <a:gd name="connsiteX11" fmla="*/ 6870 w 10000"/>
              <a:gd name="connsiteY11" fmla="*/ 2213 h 10000"/>
              <a:gd name="connsiteX12" fmla="*/ 6028 w 10000"/>
              <a:gd name="connsiteY12" fmla="*/ 1598 h 10000"/>
              <a:gd name="connsiteX13" fmla="*/ 5701 w 10000"/>
              <a:gd name="connsiteY13" fmla="*/ 2418 h 10000"/>
              <a:gd name="connsiteX14" fmla="*/ 5140 w 10000"/>
              <a:gd name="connsiteY14" fmla="*/ 2418 h 10000"/>
              <a:gd name="connsiteX15" fmla="*/ 4720 w 10000"/>
              <a:gd name="connsiteY15" fmla="*/ 1680 h 10000"/>
              <a:gd name="connsiteX16" fmla="*/ 4206 w 10000"/>
              <a:gd name="connsiteY16" fmla="*/ 1475 h 10000"/>
              <a:gd name="connsiteX17" fmla="*/ 4392 w 10000"/>
              <a:gd name="connsiteY17" fmla="*/ 1148 h 10000"/>
              <a:gd name="connsiteX18" fmla="*/ 4674 w 10000"/>
              <a:gd name="connsiteY18" fmla="*/ 902 h 10000"/>
              <a:gd name="connsiteX19" fmla="*/ 4392 w 10000"/>
              <a:gd name="connsiteY19" fmla="*/ 738 h 10000"/>
              <a:gd name="connsiteX20" fmla="*/ 3458 w 10000"/>
              <a:gd name="connsiteY20" fmla="*/ 246 h 10000"/>
              <a:gd name="connsiteX21" fmla="*/ 3131 w 10000"/>
              <a:gd name="connsiteY21" fmla="*/ 123 h 10000"/>
              <a:gd name="connsiteX22" fmla="*/ 2804 w 10000"/>
              <a:gd name="connsiteY22" fmla="*/ 287 h 10000"/>
              <a:gd name="connsiteX23" fmla="*/ 2477 w 10000"/>
              <a:gd name="connsiteY23" fmla="*/ 451 h 10000"/>
              <a:gd name="connsiteX24" fmla="*/ 2103 w 10000"/>
              <a:gd name="connsiteY24" fmla="*/ 533 h 10000"/>
              <a:gd name="connsiteX25" fmla="*/ 2103 w 10000"/>
              <a:gd name="connsiteY25" fmla="*/ 738 h 10000"/>
              <a:gd name="connsiteX26" fmla="*/ 1822 w 10000"/>
              <a:gd name="connsiteY26" fmla="*/ 738 h 10000"/>
              <a:gd name="connsiteX27" fmla="*/ 1730 w 10000"/>
              <a:gd name="connsiteY27" fmla="*/ 1598 h 10000"/>
              <a:gd name="connsiteX28" fmla="*/ 748 w 10000"/>
              <a:gd name="connsiteY28" fmla="*/ 1762 h 10000"/>
              <a:gd name="connsiteX29" fmla="*/ 702 w 10000"/>
              <a:gd name="connsiteY29" fmla="*/ 2418 h 10000"/>
              <a:gd name="connsiteX30" fmla="*/ 3805 w 10000"/>
              <a:gd name="connsiteY30" fmla="*/ 7775 h 10000"/>
              <a:gd name="connsiteX31" fmla="*/ 6543 w 10000"/>
              <a:gd name="connsiteY31" fmla="*/ 8852 h 10000"/>
              <a:gd name="connsiteX32" fmla="*/ 9579 w 10000"/>
              <a:gd name="connsiteY32" fmla="*/ 10000 h 10000"/>
              <a:gd name="connsiteX33" fmla="*/ 9720 w 10000"/>
              <a:gd name="connsiteY33" fmla="*/ 9754 h 10000"/>
              <a:gd name="connsiteX34" fmla="*/ 10000 w 10000"/>
              <a:gd name="connsiteY34" fmla="*/ 9303 h 10000"/>
              <a:gd name="connsiteX0" fmla="*/ 9252 w 9252"/>
              <a:gd name="connsiteY0" fmla="*/ 9303 h 10000"/>
              <a:gd name="connsiteX1" fmla="*/ 8831 w 9252"/>
              <a:gd name="connsiteY1" fmla="*/ 8975 h 10000"/>
              <a:gd name="connsiteX2" fmla="*/ 8504 w 9252"/>
              <a:gd name="connsiteY2" fmla="*/ 8320 h 10000"/>
              <a:gd name="connsiteX3" fmla="*/ 8457 w 9252"/>
              <a:gd name="connsiteY3" fmla="*/ 8115 h 10000"/>
              <a:gd name="connsiteX4" fmla="*/ 8084 w 9252"/>
              <a:gd name="connsiteY4" fmla="*/ 7131 h 10000"/>
              <a:gd name="connsiteX5" fmla="*/ 7523 w 9252"/>
              <a:gd name="connsiteY5" fmla="*/ 5615 h 10000"/>
              <a:gd name="connsiteX6" fmla="*/ 6729 w 9252"/>
              <a:gd name="connsiteY6" fmla="*/ 4590 h 10000"/>
              <a:gd name="connsiteX7" fmla="*/ 6869 w 9252"/>
              <a:gd name="connsiteY7" fmla="*/ 4057 h 10000"/>
              <a:gd name="connsiteX8" fmla="*/ 6962 w 9252"/>
              <a:gd name="connsiteY8" fmla="*/ 3197 h 10000"/>
              <a:gd name="connsiteX9" fmla="*/ 7336 w 9252"/>
              <a:gd name="connsiteY9" fmla="*/ 2459 h 10000"/>
              <a:gd name="connsiteX10" fmla="*/ 7056 w 9252"/>
              <a:gd name="connsiteY10" fmla="*/ 1885 h 10000"/>
              <a:gd name="connsiteX11" fmla="*/ 6122 w 9252"/>
              <a:gd name="connsiteY11" fmla="*/ 2213 h 10000"/>
              <a:gd name="connsiteX12" fmla="*/ 5280 w 9252"/>
              <a:gd name="connsiteY12" fmla="*/ 1598 h 10000"/>
              <a:gd name="connsiteX13" fmla="*/ 4953 w 9252"/>
              <a:gd name="connsiteY13" fmla="*/ 2418 h 10000"/>
              <a:gd name="connsiteX14" fmla="*/ 4392 w 9252"/>
              <a:gd name="connsiteY14" fmla="*/ 2418 h 10000"/>
              <a:gd name="connsiteX15" fmla="*/ 3972 w 9252"/>
              <a:gd name="connsiteY15" fmla="*/ 1680 h 10000"/>
              <a:gd name="connsiteX16" fmla="*/ 3458 w 9252"/>
              <a:gd name="connsiteY16" fmla="*/ 1475 h 10000"/>
              <a:gd name="connsiteX17" fmla="*/ 3644 w 9252"/>
              <a:gd name="connsiteY17" fmla="*/ 1148 h 10000"/>
              <a:gd name="connsiteX18" fmla="*/ 3926 w 9252"/>
              <a:gd name="connsiteY18" fmla="*/ 902 h 10000"/>
              <a:gd name="connsiteX19" fmla="*/ 3644 w 9252"/>
              <a:gd name="connsiteY19" fmla="*/ 738 h 10000"/>
              <a:gd name="connsiteX20" fmla="*/ 2710 w 9252"/>
              <a:gd name="connsiteY20" fmla="*/ 246 h 10000"/>
              <a:gd name="connsiteX21" fmla="*/ 2383 w 9252"/>
              <a:gd name="connsiteY21" fmla="*/ 123 h 10000"/>
              <a:gd name="connsiteX22" fmla="*/ 2056 w 9252"/>
              <a:gd name="connsiteY22" fmla="*/ 287 h 10000"/>
              <a:gd name="connsiteX23" fmla="*/ 1729 w 9252"/>
              <a:gd name="connsiteY23" fmla="*/ 451 h 10000"/>
              <a:gd name="connsiteX24" fmla="*/ 1355 w 9252"/>
              <a:gd name="connsiteY24" fmla="*/ 533 h 10000"/>
              <a:gd name="connsiteX25" fmla="*/ 1355 w 9252"/>
              <a:gd name="connsiteY25" fmla="*/ 738 h 10000"/>
              <a:gd name="connsiteX26" fmla="*/ 1074 w 9252"/>
              <a:gd name="connsiteY26" fmla="*/ 738 h 10000"/>
              <a:gd name="connsiteX27" fmla="*/ 982 w 9252"/>
              <a:gd name="connsiteY27" fmla="*/ 1598 h 10000"/>
              <a:gd name="connsiteX28" fmla="*/ 0 w 9252"/>
              <a:gd name="connsiteY28" fmla="*/ 1762 h 10000"/>
              <a:gd name="connsiteX29" fmla="*/ 3057 w 9252"/>
              <a:gd name="connsiteY29" fmla="*/ 7775 h 10000"/>
              <a:gd name="connsiteX30" fmla="*/ 5795 w 9252"/>
              <a:gd name="connsiteY30" fmla="*/ 8852 h 10000"/>
              <a:gd name="connsiteX31" fmla="*/ 8831 w 9252"/>
              <a:gd name="connsiteY31" fmla="*/ 10000 h 10000"/>
              <a:gd name="connsiteX32" fmla="*/ 8972 w 9252"/>
              <a:gd name="connsiteY32" fmla="*/ 9754 h 10000"/>
              <a:gd name="connsiteX33" fmla="*/ 9252 w 9252"/>
              <a:gd name="connsiteY33" fmla="*/ 9303 h 10000"/>
              <a:gd name="connsiteX0" fmla="*/ 8939 w 8939"/>
              <a:gd name="connsiteY0" fmla="*/ 9303 h 10000"/>
              <a:gd name="connsiteX1" fmla="*/ 8484 w 8939"/>
              <a:gd name="connsiteY1" fmla="*/ 8975 h 10000"/>
              <a:gd name="connsiteX2" fmla="*/ 8131 w 8939"/>
              <a:gd name="connsiteY2" fmla="*/ 8320 h 10000"/>
              <a:gd name="connsiteX3" fmla="*/ 8080 w 8939"/>
              <a:gd name="connsiteY3" fmla="*/ 8115 h 10000"/>
              <a:gd name="connsiteX4" fmla="*/ 7677 w 8939"/>
              <a:gd name="connsiteY4" fmla="*/ 7131 h 10000"/>
              <a:gd name="connsiteX5" fmla="*/ 7070 w 8939"/>
              <a:gd name="connsiteY5" fmla="*/ 5615 h 10000"/>
              <a:gd name="connsiteX6" fmla="*/ 6212 w 8939"/>
              <a:gd name="connsiteY6" fmla="*/ 4590 h 10000"/>
              <a:gd name="connsiteX7" fmla="*/ 6363 w 8939"/>
              <a:gd name="connsiteY7" fmla="*/ 4057 h 10000"/>
              <a:gd name="connsiteX8" fmla="*/ 6464 w 8939"/>
              <a:gd name="connsiteY8" fmla="*/ 3197 h 10000"/>
              <a:gd name="connsiteX9" fmla="*/ 6868 w 8939"/>
              <a:gd name="connsiteY9" fmla="*/ 2459 h 10000"/>
              <a:gd name="connsiteX10" fmla="*/ 6565 w 8939"/>
              <a:gd name="connsiteY10" fmla="*/ 1885 h 10000"/>
              <a:gd name="connsiteX11" fmla="*/ 5556 w 8939"/>
              <a:gd name="connsiteY11" fmla="*/ 2213 h 10000"/>
              <a:gd name="connsiteX12" fmla="*/ 4646 w 8939"/>
              <a:gd name="connsiteY12" fmla="*/ 1598 h 10000"/>
              <a:gd name="connsiteX13" fmla="*/ 4292 w 8939"/>
              <a:gd name="connsiteY13" fmla="*/ 2418 h 10000"/>
              <a:gd name="connsiteX14" fmla="*/ 3686 w 8939"/>
              <a:gd name="connsiteY14" fmla="*/ 2418 h 10000"/>
              <a:gd name="connsiteX15" fmla="*/ 3232 w 8939"/>
              <a:gd name="connsiteY15" fmla="*/ 1680 h 10000"/>
              <a:gd name="connsiteX16" fmla="*/ 2677 w 8939"/>
              <a:gd name="connsiteY16" fmla="*/ 1475 h 10000"/>
              <a:gd name="connsiteX17" fmla="*/ 2878 w 8939"/>
              <a:gd name="connsiteY17" fmla="*/ 1148 h 10000"/>
              <a:gd name="connsiteX18" fmla="*/ 3182 w 8939"/>
              <a:gd name="connsiteY18" fmla="*/ 902 h 10000"/>
              <a:gd name="connsiteX19" fmla="*/ 2878 w 8939"/>
              <a:gd name="connsiteY19" fmla="*/ 738 h 10000"/>
              <a:gd name="connsiteX20" fmla="*/ 1868 w 8939"/>
              <a:gd name="connsiteY20" fmla="*/ 246 h 10000"/>
              <a:gd name="connsiteX21" fmla="*/ 1515 w 8939"/>
              <a:gd name="connsiteY21" fmla="*/ 123 h 10000"/>
              <a:gd name="connsiteX22" fmla="*/ 1161 w 8939"/>
              <a:gd name="connsiteY22" fmla="*/ 287 h 10000"/>
              <a:gd name="connsiteX23" fmla="*/ 808 w 8939"/>
              <a:gd name="connsiteY23" fmla="*/ 451 h 10000"/>
              <a:gd name="connsiteX24" fmla="*/ 404 w 8939"/>
              <a:gd name="connsiteY24" fmla="*/ 533 h 10000"/>
              <a:gd name="connsiteX25" fmla="*/ 404 w 8939"/>
              <a:gd name="connsiteY25" fmla="*/ 738 h 10000"/>
              <a:gd name="connsiteX26" fmla="*/ 100 w 8939"/>
              <a:gd name="connsiteY26" fmla="*/ 738 h 10000"/>
              <a:gd name="connsiteX27" fmla="*/ 0 w 8939"/>
              <a:gd name="connsiteY27" fmla="*/ 1598 h 10000"/>
              <a:gd name="connsiteX28" fmla="*/ 2243 w 8939"/>
              <a:gd name="connsiteY28" fmla="*/ 7775 h 10000"/>
              <a:gd name="connsiteX29" fmla="*/ 5203 w 8939"/>
              <a:gd name="connsiteY29" fmla="*/ 8852 h 10000"/>
              <a:gd name="connsiteX30" fmla="*/ 8484 w 8939"/>
              <a:gd name="connsiteY30" fmla="*/ 10000 h 10000"/>
              <a:gd name="connsiteX31" fmla="*/ 8636 w 8939"/>
              <a:gd name="connsiteY31" fmla="*/ 9754 h 10000"/>
              <a:gd name="connsiteX32" fmla="*/ 8939 w 8939"/>
              <a:gd name="connsiteY32" fmla="*/ 9303 h 10000"/>
              <a:gd name="connsiteX0" fmla="*/ 9888 w 9888"/>
              <a:gd name="connsiteY0" fmla="*/ 9303 h 10000"/>
              <a:gd name="connsiteX1" fmla="*/ 9379 w 9888"/>
              <a:gd name="connsiteY1" fmla="*/ 8975 h 10000"/>
              <a:gd name="connsiteX2" fmla="*/ 8984 w 9888"/>
              <a:gd name="connsiteY2" fmla="*/ 8320 h 10000"/>
              <a:gd name="connsiteX3" fmla="*/ 8927 w 9888"/>
              <a:gd name="connsiteY3" fmla="*/ 8115 h 10000"/>
              <a:gd name="connsiteX4" fmla="*/ 8476 w 9888"/>
              <a:gd name="connsiteY4" fmla="*/ 7131 h 10000"/>
              <a:gd name="connsiteX5" fmla="*/ 7797 w 9888"/>
              <a:gd name="connsiteY5" fmla="*/ 5615 h 10000"/>
              <a:gd name="connsiteX6" fmla="*/ 6837 w 9888"/>
              <a:gd name="connsiteY6" fmla="*/ 4590 h 10000"/>
              <a:gd name="connsiteX7" fmla="*/ 7006 w 9888"/>
              <a:gd name="connsiteY7" fmla="*/ 4057 h 10000"/>
              <a:gd name="connsiteX8" fmla="*/ 7119 w 9888"/>
              <a:gd name="connsiteY8" fmla="*/ 3197 h 10000"/>
              <a:gd name="connsiteX9" fmla="*/ 7571 w 9888"/>
              <a:gd name="connsiteY9" fmla="*/ 2459 h 10000"/>
              <a:gd name="connsiteX10" fmla="*/ 7232 w 9888"/>
              <a:gd name="connsiteY10" fmla="*/ 1885 h 10000"/>
              <a:gd name="connsiteX11" fmla="*/ 6103 w 9888"/>
              <a:gd name="connsiteY11" fmla="*/ 2213 h 10000"/>
              <a:gd name="connsiteX12" fmla="*/ 5085 w 9888"/>
              <a:gd name="connsiteY12" fmla="*/ 1598 h 10000"/>
              <a:gd name="connsiteX13" fmla="*/ 4689 w 9888"/>
              <a:gd name="connsiteY13" fmla="*/ 2418 h 10000"/>
              <a:gd name="connsiteX14" fmla="*/ 4012 w 9888"/>
              <a:gd name="connsiteY14" fmla="*/ 2418 h 10000"/>
              <a:gd name="connsiteX15" fmla="*/ 3504 w 9888"/>
              <a:gd name="connsiteY15" fmla="*/ 1680 h 10000"/>
              <a:gd name="connsiteX16" fmla="*/ 2883 w 9888"/>
              <a:gd name="connsiteY16" fmla="*/ 1475 h 10000"/>
              <a:gd name="connsiteX17" fmla="*/ 3108 w 9888"/>
              <a:gd name="connsiteY17" fmla="*/ 1148 h 10000"/>
              <a:gd name="connsiteX18" fmla="*/ 3448 w 9888"/>
              <a:gd name="connsiteY18" fmla="*/ 902 h 10000"/>
              <a:gd name="connsiteX19" fmla="*/ 3108 w 9888"/>
              <a:gd name="connsiteY19" fmla="*/ 738 h 10000"/>
              <a:gd name="connsiteX20" fmla="*/ 1978 w 9888"/>
              <a:gd name="connsiteY20" fmla="*/ 246 h 10000"/>
              <a:gd name="connsiteX21" fmla="*/ 1583 w 9888"/>
              <a:gd name="connsiteY21" fmla="*/ 123 h 10000"/>
              <a:gd name="connsiteX22" fmla="*/ 1187 w 9888"/>
              <a:gd name="connsiteY22" fmla="*/ 287 h 10000"/>
              <a:gd name="connsiteX23" fmla="*/ 792 w 9888"/>
              <a:gd name="connsiteY23" fmla="*/ 451 h 10000"/>
              <a:gd name="connsiteX24" fmla="*/ 340 w 9888"/>
              <a:gd name="connsiteY24" fmla="*/ 533 h 10000"/>
              <a:gd name="connsiteX25" fmla="*/ 340 w 9888"/>
              <a:gd name="connsiteY25" fmla="*/ 738 h 10000"/>
              <a:gd name="connsiteX26" fmla="*/ 0 w 9888"/>
              <a:gd name="connsiteY26" fmla="*/ 738 h 10000"/>
              <a:gd name="connsiteX27" fmla="*/ 2397 w 9888"/>
              <a:gd name="connsiteY27" fmla="*/ 7775 h 10000"/>
              <a:gd name="connsiteX28" fmla="*/ 5709 w 9888"/>
              <a:gd name="connsiteY28" fmla="*/ 8852 h 10000"/>
              <a:gd name="connsiteX29" fmla="*/ 9379 w 9888"/>
              <a:gd name="connsiteY29" fmla="*/ 10000 h 10000"/>
              <a:gd name="connsiteX30" fmla="*/ 9549 w 9888"/>
              <a:gd name="connsiteY30" fmla="*/ 9754 h 10000"/>
              <a:gd name="connsiteX31" fmla="*/ 9888 w 9888"/>
              <a:gd name="connsiteY31" fmla="*/ 9303 h 10000"/>
              <a:gd name="connsiteX0" fmla="*/ 9656 w 9656"/>
              <a:gd name="connsiteY0" fmla="*/ 9303 h 10000"/>
              <a:gd name="connsiteX1" fmla="*/ 9141 w 9656"/>
              <a:gd name="connsiteY1" fmla="*/ 8975 h 10000"/>
              <a:gd name="connsiteX2" fmla="*/ 8742 w 9656"/>
              <a:gd name="connsiteY2" fmla="*/ 8320 h 10000"/>
              <a:gd name="connsiteX3" fmla="*/ 8684 w 9656"/>
              <a:gd name="connsiteY3" fmla="*/ 8115 h 10000"/>
              <a:gd name="connsiteX4" fmla="*/ 8228 w 9656"/>
              <a:gd name="connsiteY4" fmla="*/ 7131 h 10000"/>
              <a:gd name="connsiteX5" fmla="*/ 7541 w 9656"/>
              <a:gd name="connsiteY5" fmla="*/ 5615 h 10000"/>
              <a:gd name="connsiteX6" fmla="*/ 6570 w 9656"/>
              <a:gd name="connsiteY6" fmla="*/ 4590 h 10000"/>
              <a:gd name="connsiteX7" fmla="*/ 6741 w 9656"/>
              <a:gd name="connsiteY7" fmla="*/ 4057 h 10000"/>
              <a:gd name="connsiteX8" fmla="*/ 6856 w 9656"/>
              <a:gd name="connsiteY8" fmla="*/ 3197 h 10000"/>
              <a:gd name="connsiteX9" fmla="*/ 7313 w 9656"/>
              <a:gd name="connsiteY9" fmla="*/ 2459 h 10000"/>
              <a:gd name="connsiteX10" fmla="*/ 6970 w 9656"/>
              <a:gd name="connsiteY10" fmla="*/ 1885 h 10000"/>
              <a:gd name="connsiteX11" fmla="*/ 5828 w 9656"/>
              <a:gd name="connsiteY11" fmla="*/ 2213 h 10000"/>
              <a:gd name="connsiteX12" fmla="*/ 4799 w 9656"/>
              <a:gd name="connsiteY12" fmla="*/ 1598 h 10000"/>
              <a:gd name="connsiteX13" fmla="*/ 4398 w 9656"/>
              <a:gd name="connsiteY13" fmla="*/ 2418 h 10000"/>
              <a:gd name="connsiteX14" fmla="*/ 3713 w 9656"/>
              <a:gd name="connsiteY14" fmla="*/ 2418 h 10000"/>
              <a:gd name="connsiteX15" fmla="*/ 3200 w 9656"/>
              <a:gd name="connsiteY15" fmla="*/ 1680 h 10000"/>
              <a:gd name="connsiteX16" fmla="*/ 2572 w 9656"/>
              <a:gd name="connsiteY16" fmla="*/ 1475 h 10000"/>
              <a:gd name="connsiteX17" fmla="*/ 2799 w 9656"/>
              <a:gd name="connsiteY17" fmla="*/ 1148 h 10000"/>
              <a:gd name="connsiteX18" fmla="*/ 3143 w 9656"/>
              <a:gd name="connsiteY18" fmla="*/ 902 h 10000"/>
              <a:gd name="connsiteX19" fmla="*/ 2799 w 9656"/>
              <a:gd name="connsiteY19" fmla="*/ 738 h 10000"/>
              <a:gd name="connsiteX20" fmla="*/ 1656 w 9656"/>
              <a:gd name="connsiteY20" fmla="*/ 246 h 10000"/>
              <a:gd name="connsiteX21" fmla="*/ 1257 w 9656"/>
              <a:gd name="connsiteY21" fmla="*/ 123 h 10000"/>
              <a:gd name="connsiteX22" fmla="*/ 856 w 9656"/>
              <a:gd name="connsiteY22" fmla="*/ 287 h 10000"/>
              <a:gd name="connsiteX23" fmla="*/ 457 w 9656"/>
              <a:gd name="connsiteY23" fmla="*/ 451 h 10000"/>
              <a:gd name="connsiteX24" fmla="*/ 0 w 9656"/>
              <a:gd name="connsiteY24" fmla="*/ 533 h 10000"/>
              <a:gd name="connsiteX25" fmla="*/ 0 w 9656"/>
              <a:gd name="connsiteY25" fmla="*/ 738 h 10000"/>
              <a:gd name="connsiteX26" fmla="*/ 2080 w 9656"/>
              <a:gd name="connsiteY26" fmla="*/ 7775 h 10000"/>
              <a:gd name="connsiteX27" fmla="*/ 5430 w 9656"/>
              <a:gd name="connsiteY27" fmla="*/ 8852 h 10000"/>
              <a:gd name="connsiteX28" fmla="*/ 9141 w 9656"/>
              <a:gd name="connsiteY28" fmla="*/ 10000 h 10000"/>
              <a:gd name="connsiteX29" fmla="*/ 9313 w 9656"/>
              <a:gd name="connsiteY29" fmla="*/ 9754 h 10000"/>
              <a:gd name="connsiteX30" fmla="*/ 9656 w 9656"/>
              <a:gd name="connsiteY30" fmla="*/ 9303 h 10000"/>
              <a:gd name="connsiteX0" fmla="*/ 10000 w 10000"/>
              <a:gd name="connsiteY0" fmla="*/ 9303 h 10000"/>
              <a:gd name="connsiteX1" fmla="*/ 9467 w 10000"/>
              <a:gd name="connsiteY1" fmla="*/ 8975 h 10000"/>
              <a:gd name="connsiteX2" fmla="*/ 9053 w 10000"/>
              <a:gd name="connsiteY2" fmla="*/ 8320 h 10000"/>
              <a:gd name="connsiteX3" fmla="*/ 8993 w 10000"/>
              <a:gd name="connsiteY3" fmla="*/ 8115 h 10000"/>
              <a:gd name="connsiteX4" fmla="*/ 8521 w 10000"/>
              <a:gd name="connsiteY4" fmla="*/ 7131 h 10000"/>
              <a:gd name="connsiteX5" fmla="*/ 7810 w 10000"/>
              <a:gd name="connsiteY5" fmla="*/ 5615 h 10000"/>
              <a:gd name="connsiteX6" fmla="*/ 6804 w 10000"/>
              <a:gd name="connsiteY6" fmla="*/ 4590 h 10000"/>
              <a:gd name="connsiteX7" fmla="*/ 6981 w 10000"/>
              <a:gd name="connsiteY7" fmla="*/ 4057 h 10000"/>
              <a:gd name="connsiteX8" fmla="*/ 7100 w 10000"/>
              <a:gd name="connsiteY8" fmla="*/ 3197 h 10000"/>
              <a:gd name="connsiteX9" fmla="*/ 7574 w 10000"/>
              <a:gd name="connsiteY9" fmla="*/ 2459 h 10000"/>
              <a:gd name="connsiteX10" fmla="*/ 7218 w 10000"/>
              <a:gd name="connsiteY10" fmla="*/ 1885 h 10000"/>
              <a:gd name="connsiteX11" fmla="*/ 6036 w 10000"/>
              <a:gd name="connsiteY11" fmla="*/ 2213 h 10000"/>
              <a:gd name="connsiteX12" fmla="*/ 4970 w 10000"/>
              <a:gd name="connsiteY12" fmla="*/ 1598 h 10000"/>
              <a:gd name="connsiteX13" fmla="*/ 4555 w 10000"/>
              <a:gd name="connsiteY13" fmla="*/ 2418 h 10000"/>
              <a:gd name="connsiteX14" fmla="*/ 3845 w 10000"/>
              <a:gd name="connsiteY14" fmla="*/ 2418 h 10000"/>
              <a:gd name="connsiteX15" fmla="*/ 3314 w 10000"/>
              <a:gd name="connsiteY15" fmla="*/ 1680 h 10000"/>
              <a:gd name="connsiteX16" fmla="*/ 2664 w 10000"/>
              <a:gd name="connsiteY16" fmla="*/ 1475 h 10000"/>
              <a:gd name="connsiteX17" fmla="*/ 2899 w 10000"/>
              <a:gd name="connsiteY17" fmla="*/ 1148 h 10000"/>
              <a:gd name="connsiteX18" fmla="*/ 3255 w 10000"/>
              <a:gd name="connsiteY18" fmla="*/ 902 h 10000"/>
              <a:gd name="connsiteX19" fmla="*/ 2899 w 10000"/>
              <a:gd name="connsiteY19" fmla="*/ 738 h 10000"/>
              <a:gd name="connsiteX20" fmla="*/ 1715 w 10000"/>
              <a:gd name="connsiteY20" fmla="*/ 246 h 10000"/>
              <a:gd name="connsiteX21" fmla="*/ 1302 w 10000"/>
              <a:gd name="connsiteY21" fmla="*/ 123 h 10000"/>
              <a:gd name="connsiteX22" fmla="*/ 886 w 10000"/>
              <a:gd name="connsiteY22" fmla="*/ 287 h 10000"/>
              <a:gd name="connsiteX23" fmla="*/ 473 w 10000"/>
              <a:gd name="connsiteY23" fmla="*/ 451 h 10000"/>
              <a:gd name="connsiteX24" fmla="*/ 0 w 10000"/>
              <a:gd name="connsiteY24" fmla="*/ 533 h 10000"/>
              <a:gd name="connsiteX25" fmla="*/ 2154 w 10000"/>
              <a:gd name="connsiteY25" fmla="*/ 7775 h 10000"/>
              <a:gd name="connsiteX26" fmla="*/ 5623 w 10000"/>
              <a:gd name="connsiteY26" fmla="*/ 8852 h 10000"/>
              <a:gd name="connsiteX27" fmla="*/ 9467 w 10000"/>
              <a:gd name="connsiteY27" fmla="*/ 10000 h 10000"/>
              <a:gd name="connsiteX28" fmla="*/ 9645 w 10000"/>
              <a:gd name="connsiteY28" fmla="*/ 9754 h 10000"/>
              <a:gd name="connsiteX29" fmla="*/ 10000 w 10000"/>
              <a:gd name="connsiteY29" fmla="*/ 9303 h 10000"/>
              <a:gd name="connsiteX0" fmla="*/ 9527 w 9527"/>
              <a:gd name="connsiteY0" fmla="*/ 9303 h 10000"/>
              <a:gd name="connsiteX1" fmla="*/ 8994 w 9527"/>
              <a:gd name="connsiteY1" fmla="*/ 8975 h 10000"/>
              <a:gd name="connsiteX2" fmla="*/ 8580 w 9527"/>
              <a:gd name="connsiteY2" fmla="*/ 8320 h 10000"/>
              <a:gd name="connsiteX3" fmla="*/ 8520 w 9527"/>
              <a:gd name="connsiteY3" fmla="*/ 8115 h 10000"/>
              <a:gd name="connsiteX4" fmla="*/ 8048 w 9527"/>
              <a:gd name="connsiteY4" fmla="*/ 7131 h 10000"/>
              <a:gd name="connsiteX5" fmla="*/ 7337 w 9527"/>
              <a:gd name="connsiteY5" fmla="*/ 5615 h 10000"/>
              <a:gd name="connsiteX6" fmla="*/ 6331 w 9527"/>
              <a:gd name="connsiteY6" fmla="*/ 4590 h 10000"/>
              <a:gd name="connsiteX7" fmla="*/ 6508 w 9527"/>
              <a:gd name="connsiteY7" fmla="*/ 4057 h 10000"/>
              <a:gd name="connsiteX8" fmla="*/ 6627 w 9527"/>
              <a:gd name="connsiteY8" fmla="*/ 3197 h 10000"/>
              <a:gd name="connsiteX9" fmla="*/ 7101 w 9527"/>
              <a:gd name="connsiteY9" fmla="*/ 2459 h 10000"/>
              <a:gd name="connsiteX10" fmla="*/ 6745 w 9527"/>
              <a:gd name="connsiteY10" fmla="*/ 1885 h 10000"/>
              <a:gd name="connsiteX11" fmla="*/ 5563 w 9527"/>
              <a:gd name="connsiteY11" fmla="*/ 2213 h 10000"/>
              <a:gd name="connsiteX12" fmla="*/ 4497 w 9527"/>
              <a:gd name="connsiteY12" fmla="*/ 1598 h 10000"/>
              <a:gd name="connsiteX13" fmla="*/ 4082 w 9527"/>
              <a:gd name="connsiteY13" fmla="*/ 2418 h 10000"/>
              <a:gd name="connsiteX14" fmla="*/ 3372 w 9527"/>
              <a:gd name="connsiteY14" fmla="*/ 2418 h 10000"/>
              <a:gd name="connsiteX15" fmla="*/ 2841 w 9527"/>
              <a:gd name="connsiteY15" fmla="*/ 1680 h 10000"/>
              <a:gd name="connsiteX16" fmla="*/ 2191 w 9527"/>
              <a:gd name="connsiteY16" fmla="*/ 1475 h 10000"/>
              <a:gd name="connsiteX17" fmla="*/ 2426 w 9527"/>
              <a:gd name="connsiteY17" fmla="*/ 1148 h 10000"/>
              <a:gd name="connsiteX18" fmla="*/ 2782 w 9527"/>
              <a:gd name="connsiteY18" fmla="*/ 902 h 10000"/>
              <a:gd name="connsiteX19" fmla="*/ 2426 w 9527"/>
              <a:gd name="connsiteY19" fmla="*/ 738 h 10000"/>
              <a:gd name="connsiteX20" fmla="*/ 1242 w 9527"/>
              <a:gd name="connsiteY20" fmla="*/ 246 h 10000"/>
              <a:gd name="connsiteX21" fmla="*/ 829 w 9527"/>
              <a:gd name="connsiteY21" fmla="*/ 123 h 10000"/>
              <a:gd name="connsiteX22" fmla="*/ 413 w 9527"/>
              <a:gd name="connsiteY22" fmla="*/ 287 h 10000"/>
              <a:gd name="connsiteX23" fmla="*/ 0 w 9527"/>
              <a:gd name="connsiteY23" fmla="*/ 451 h 10000"/>
              <a:gd name="connsiteX24" fmla="*/ 1681 w 9527"/>
              <a:gd name="connsiteY24" fmla="*/ 7775 h 10000"/>
              <a:gd name="connsiteX25" fmla="*/ 5150 w 9527"/>
              <a:gd name="connsiteY25" fmla="*/ 8852 h 10000"/>
              <a:gd name="connsiteX26" fmla="*/ 8994 w 9527"/>
              <a:gd name="connsiteY26" fmla="*/ 10000 h 10000"/>
              <a:gd name="connsiteX27" fmla="*/ 9172 w 9527"/>
              <a:gd name="connsiteY27" fmla="*/ 9754 h 10000"/>
              <a:gd name="connsiteX28" fmla="*/ 9527 w 9527"/>
              <a:gd name="connsiteY28" fmla="*/ 9303 h 10000"/>
              <a:gd name="connsiteX0" fmla="*/ 9566 w 9566"/>
              <a:gd name="connsiteY0" fmla="*/ 9303 h 10000"/>
              <a:gd name="connsiteX1" fmla="*/ 9007 w 9566"/>
              <a:gd name="connsiteY1" fmla="*/ 8975 h 10000"/>
              <a:gd name="connsiteX2" fmla="*/ 8572 w 9566"/>
              <a:gd name="connsiteY2" fmla="*/ 8320 h 10000"/>
              <a:gd name="connsiteX3" fmla="*/ 8509 w 9566"/>
              <a:gd name="connsiteY3" fmla="*/ 8115 h 10000"/>
              <a:gd name="connsiteX4" fmla="*/ 8014 w 9566"/>
              <a:gd name="connsiteY4" fmla="*/ 7131 h 10000"/>
              <a:gd name="connsiteX5" fmla="*/ 7267 w 9566"/>
              <a:gd name="connsiteY5" fmla="*/ 5615 h 10000"/>
              <a:gd name="connsiteX6" fmla="*/ 6211 w 9566"/>
              <a:gd name="connsiteY6" fmla="*/ 4590 h 10000"/>
              <a:gd name="connsiteX7" fmla="*/ 6397 w 9566"/>
              <a:gd name="connsiteY7" fmla="*/ 4057 h 10000"/>
              <a:gd name="connsiteX8" fmla="*/ 6522 w 9566"/>
              <a:gd name="connsiteY8" fmla="*/ 3197 h 10000"/>
              <a:gd name="connsiteX9" fmla="*/ 7020 w 9566"/>
              <a:gd name="connsiteY9" fmla="*/ 2459 h 10000"/>
              <a:gd name="connsiteX10" fmla="*/ 6646 w 9566"/>
              <a:gd name="connsiteY10" fmla="*/ 1885 h 10000"/>
              <a:gd name="connsiteX11" fmla="*/ 5405 w 9566"/>
              <a:gd name="connsiteY11" fmla="*/ 2213 h 10000"/>
              <a:gd name="connsiteX12" fmla="*/ 4286 w 9566"/>
              <a:gd name="connsiteY12" fmla="*/ 1598 h 10000"/>
              <a:gd name="connsiteX13" fmla="*/ 3851 w 9566"/>
              <a:gd name="connsiteY13" fmla="*/ 2418 h 10000"/>
              <a:gd name="connsiteX14" fmla="*/ 3105 w 9566"/>
              <a:gd name="connsiteY14" fmla="*/ 2418 h 10000"/>
              <a:gd name="connsiteX15" fmla="*/ 2548 w 9566"/>
              <a:gd name="connsiteY15" fmla="*/ 1680 h 10000"/>
              <a:gd name="connsiteX16" fmla="*/ 1866 w 9566"/>
              <a:gd name="connsiteY16" fmla="*/ 1475 h 10000"/>
              <a:gd name="connsiteX17" fmla="*/ 2112 w 9566"/>
              <a:gd name="connsiteY17" fmla="*/ 1148 h 10000"/>
              <a:gd name="connsiteX18" fmla="*/ 2486 w 9566"/>
              <a:gd name="connsiteY18" fmla="*/ 902 h 10000"/>
              <a:gd name="connsiteX19" fmla="*/ 2112 w 9566"/>
              <a:gd name="connsiteY19" fmla="*/ 738 h 10000"/>
              <a:gd name="connsiteX20" fmla="*/ 870 w 9566"/>
              <a:gd name="connsiteY20" fmla="*/ 246 h 10000"/>
              <a:gd name="connsiteX21" fmla="*/ 436 w 9566"/>
              <a:gd name="connsiteY21" fmla="*/ 123 h 10000"/>
              <a:gd name="connsiteX22" fmla="*/ 0 w 9566"/>
              <a:gd name="connsiteY22" fmla="*/ 287 h 10000"/>
              <a:gd name="connsiteX23" fmla="*/ 1330 w 9566"/>
              <a:gd name="connsiteY23" fmla="*/ 7775 h 10000"/>
              <a:gd name="connsiteX24" fmla="*/ 4972 w 9566"/>
              <a:gd name="connsiteY24" fmla="*/ 8852 h 10000"/>
              <a:gd name="connsiteX25" fmla="*/ 9007 w 9566"/>
              <a:gd name="connsiteY25" fmla="*/ 10000 h 10000"/>
              <a:gd name="connsiteX26" fmla="*/ 9193 w 9566"/>
              <a:gd name="connsiteY26" fmla="*/ 9754 h 10000"/>
              <a:gd name="connsiteX27" fmla="*/ 9566 w 9566"/>
              <a:gd name="connsiteY27" fmla="*/ 9303 h 10000"/>
              <a:gd name="connsiteX0" fmla="*/ 9544 w 9544"/>
              <a:gd name="connsiteY0" fmla="*/ 9180 h 9877"/>
              <a:gd name="connsiteX1" fmla="*/ 8960 w 9544"/>
              <a:gd name="connsiteY1" fmla="*/ 8852 h 9877"/>
              <a:gd name="connsiteX2" fmla="*/ 8505 w 9544"/>
              <a:gd name="connsiteY2" fmla="*/ 8197 h 9877"/>
              <a:gd name="connsiteX3" fmla="*/ 8439 w 9544"/>
              <a:gd name="connsiteY3" fmla="*/ 7992 h 9877"/>
              <a:gd name="connsiteX4" fmla="*/ 7922 w 9544"/>
              <a:gd name="connsiteY4" fmla="*/ 7008 h 9877"/>
              <a:gd name="connsiteX5" fmla="*/ 7141 w 9544"/>
              <a:gd name="connsiteY5" fmla="*/ 5492 h 9877"/>
              <a:gd name="connsiteX6" fmla="*/ 6037 w 9544"/>
              <a:gd name="connsiteY6" fmla="*/ 4467 h 9877"/>
              <a:gd name="connsiteX7" fmla="*/ 6231 w 9544"/>
              <a:gd name="connsiteY7" fmla="*/ 3934 h 9877"/>
              <a:gd name="connsiteX8" fmla="*/ 6362 w 9544"/>
              <a:gd name="connsiteY8" fmla="*/ 3074 h 9877"/>
              <a:gd name="connsiteX9" fmla="*/ 6882 w 9544"/>
              <a:gd name="connsiteY9" fmla="*/ 2336 h 9877"/>
              <a:gd name="connsiteX10" fmla="*/ 6492 w 9544"/>
              <a:gd name="connsiteY10" fmla="*/ 1762 h 9877"/>
              <a:gd name="connsiteX11" fmla="*/ 5194 w 9544"/>
              <a:gd name="connsiteY11" fmla="*/ 2090 h 9877"/>
              <a:gd name="connsiteX12" fmla="*/ 4024 w 9544"/>
              <a:gd name="connsiteY12" fmla="*/ 1475 h 9877"/>
              <a:gd name="connsiteX13" fmla="*/ 3570 w 9544"/>
              <a:gd name="connsiteY13" fmla="*/ 2295 h 9877"/>
              <a:gd name="connsiteX14" fmla="*/ 2790 w 9544"/>
              <a:gd name="connsiteY14" fmla="*/ 2295 h 9877"/>
              <a:gd name="connsiteX15" fmla="*/ 2208 w 9544"/>
              <a:gd name="connsiteY15" fmla="*/ 1557 h 9877"/>
              <a:gd name="connsiteX16" fmla="*/ 1495 w 9544"/>
              <a:gd name="connsiteY16" fmla="*/ 1352 h 9877"/>
              <a:gd name="connsiteX17" fmla="*/ 1752 w 9544"/>
              <a:gd name="connsiteY17" fmla="*/ 1025 h 9877"/>
              <a:gd name="connsiteX18" fmla="*/ 2143 w 9544"/>
              <a:gd name="connsiteY18" fmla="*/ 779 h 9877"/>
              <a:gd name="connsiteX19" fmla="*/ 1752 w 9544"/>
              <a:gd name="connsiteY19" fmla="*/ 615 h 9877"/>
              <a:gd name="connsiteX20" fmla="*/ 453 w 9544"/>
              <a:gd name="connsiteY20" fmla="*/ 123 h 9877"/>
              <a:gd name="connsiteX21" fmla="*/ 0 w 9544"/>
              <a:gd name="connsiteY21" fmla="*/ 0 h 9877"/>
              <a:gd name="connsiteX22" fmla="*/ 934 w 9544"/>
              <a:gd name="connsiteY22" fmla="*/ 7652 h 9877"/>
              <a:gd name="connsiteX23" fmla="*/ 4742 w 9544"/>
              <a:gd name="connsiteY23" fmla="*/ 8729 h 9877"/>
              <a:gd name="connsiteX24" fmla="*/ 8960 w 9544"/>
              <a:gd name="connsiteY24" fmla="*/ 9877 h 9877"/>
              <a:gd name="connsiteX25" fmla="*/ 9154 w 9544"/>
              <a:gd name="connsiteY25" fmla="*/ 9631 h 9877"/>
              <a:gd name="connsiteX26" fmla="*/ 9544 w 9544"/>
              <a:gd name="connsiteY26" fmla="*/ 9180 h 9877"/>
              <a:gd name="connsiteX0" fmla="*/ 9770 w 9770"/>
              <a:gd name="connsiteY0" fmla="*/ 9169 h 9875"/>
              <a:gd name="connsiteX1" fmla="*/ 9158 w 9770"/>
              <a:gd name="connsiteY1" fmla="*/ 8837 h 9875"/>
              <a:gd name="connsiteX2" fmla="*/ 8681 w 9770"/>
              <a:gd name="connsiteY2" fmla="*/ 8174 h 9875"/>
              <a:gd name="connsiteX3" fmla="*/ 8612 w 9770"/>
              <a:gd name="connsiteY3" fmla="*/ 7967 h 9875"/>
              <a:gd name="connsiteX4" fmla="*/ 8071 w 9770"/>
              <a:gd name="connsiteY4" fmla="*/ 6970 h 9875"/>
              <a:gd name="connsiteX5" fmla="*/ 7252 w 9770"/>
              <a:gd name="connsiteY5" fmla="*/ 5435 h 9875"/>
              <a:gd name="connsiteX6" fmla="*/ 6095 w 9770"/>
              <a:gd name="connsiteY6" fmla="*/ 4398 h 9875"/>
              <a:gd name="connsiteX7" fmla="*/ 6299 w 9770"/>
              <a:gd name="connsiteY7" fmla="*/ 3858 h 9875"/>
              <a:gd name="connsiteX8" fmla="*/ 6436 w 9770"/>
              <a:gd name="connsiteY8" fmla="*/ 2987 h 9875"/>
              <a:gd name="connsiteX9" fmla="*/ 6981 w 9770"/>
              <a:gd name="connsiteY9" fmla="*/ 2240 h 9875"/>
              <a:gd name="connsiteX10" fmla="*/ 6572 w 9770"/>
              <a:gd name="connsiteY10" fmla="*/ 1659 h 9875"/>
              <a:gd name="connsiteX11" fmla="*/ 5212 w 9770"/>
              <a:gd name="connsiteY11" fmla="*/ 1991 h 9875"/>
              <a:gd name="connsiteX12" fmla="*/ 3986 w 9770"/>
              <a:gd name="connsiteY12" fmla="*/ 1368 h 9875"/>
              <a:gd name="connsiteX13" fmla="*/ 3511 w 9770"/>
              <a:gd name="connsiteY13" fmla="*/ 2199 h 9875"/>
              <a:gd name="connsiteX14" fmla="*/ 2693 w 9770"/>
              <a:gd name="connsiteY14" fmla="*/ 2199 h 9875"/>
              <a:gd name="connsiteX15" fmla="*/ 2083 w 9770"/>
              <a:gd name="connsiteY15" fmla="*/ 1451 h 9875"/>
              <a:gd name="connsiteX16" fmla="*/ 1336 w 9770"/>
              <a:gd name="connsiteY16" fmla="*/ 1244 h 9875"/>
              <a:gd name="connsiteX17" fmla="*/ 1606 w 9770"/>
              <a:gd name="connsiteY17" fmla="*/ 913 h 9875"/>
              <a:gd name="connsiteX18" fmla="*/ 2015 w 9770"/>
              <a:gd name="connsiteY18" fmla="*/ 664 h 9875"/>
              <a:gd name="connsiteX19" fmla="*/ 1606 w 9770"/>
              <a:gd name="connsiteY19" fmla="*/ 498 h 9875"/>
              <a:gd name="connsiteX20" fmla="*/ 245 w 9770"/>
              <a:gd name="connsiteY20" fmla="*/ 0 h 9875"/>
              <a:gd name="connsiteX21" fmla="*/ 749 w 9770"/>
              <a:gd name="connsiteY21" fmla="*/ 7622 h 9875"/>
              <a:gd name="connsiteX22" fmla="*/ 4739 w 9770"/>
              <a:gd name="connsiteY22" fmla="*/ 8713 h 9875"/>
              <a:gd name="connsiteX23" fmla="*/ 9158 w 9770"/>
              <a:gd name="connsiteY23" fmla="*/ 9875 h 9875"/>
              <a:gd name="connsiteX24" fmla="*/ 9361 w 9770"/>
              <a:gd name="connsiteY24" fmla="*/ 9626 h 9875"/>
              <a:gd name="connsiteX25" fmla="*/ 9770 w 9770"/>
              <a:gd name="connsiteY25" fmla="*/ 9169 h 9875"/>
              <a:gd name="connsiteX0" fmla="*/ 9233 w 9233"/>
              <a:gd name="connsiteY0" fmla="*/ 8781 h 9496"/>
              <a:gd name="connsiteX1" fmla="*/ 8607 w 9233"/>
              <a:gd name="connsiteY1" fmla="*/ 8445 h 9496"/>
              <a:gd name="connsiteX2" fmla="*/ 8118 w 9233"/>
              <a:gd name="connsiteY2" fmla="*/ 7773 h 9496"/>
              <a:gd name="connsiteX3" fmla="*/ 8048 w 9233"/>
              <a:gd name="connsiteY3" fmla="*/ 7564 h 9496"/>
              <a:gd name="connsiteX4" fmla="*/ 7494 w 9233"/>
              <a:gd name="connsiteY4" fmla="*/ 6554 h 9496"/>
              <a:gd name="connsiteX5" fmla="*/ 6656 w 9233"/>
              <a:gd name="connsiteY5" fmla="*/ 5000 h 9496"/>
              <a:gd name="connsiteX6" fmla="*/ 5471 w 9233"/>
              <a:gd name="connsiteY6" fmla="*/ 3950 h 9496"/>
              <a:gd name="connsiteX7" fmla="*/ 5680 w 9233"/>
              <a:gd name="connsiteY7" fmla="*/ 3403 h 9496"/>
              <a:gd name="connsiteX8" fmla="*/ 5821 w 9233"/>
              <a:gd name="connsiteY8" fmla="*/ 2521 h 9496"/>
              <a:gd name="connsiteX9" fmla="*/ 6378 w 9233"/>
              <a:gd name="connsiteY9" fmla="*/ 1764 h 9496"/>
              <a:gd name="connsiteX10" fmla="*/ 5960 w 9233"/>
              <a:gd name="connsiteY10" fmla="*/ 1176 h 9496"/>
              <a:gd name="connsiteX11" fmla="*/ 4568 w 9233"/>
              <a:gd name="connsiteY11" fmla="*/ 1512 h 9496"/>
              <a:gd name="connsiteX12" fmla="*/ 3313 w 9233"/>
              <a:gd name="connsiteY12" fmla="*/ 881 h 9496"/>
              <a:gd name="connsiteX13" fmla="*/ 2827 w 9233"/>
              <a:gd name="connsiteY13" fmla="*/ 1723 h 9496"/>
              <a:gd name="connsiteX14" fmla="*/ 1989 w 9233"/>
              <a:gd name="connsiteY14" fmla="*/ 1723 h 9496"/>
              <a:gd name="connsiteX15" fmla="*/ 1365 w 9233"/>
              <a:gd name="connsiteY15" fmla="*/ 965 h 9496"/>
              <a:gd name="connsiteX16" fmla="*/ 600 w 9233"/>
              <a:gd name="connsiteY16" fmla="*/ 756 h 9496"/>
              <a:gd name="connsiteX17" fmla="*/ 877 w 9233"/>
              <a:gd name="connsiteY17" fmla="*/ 421 h 9496"/>
              <a:gd name="connsiteX18" fmla="*/ 1295 w 9233"/>
              <a:gd name="connsiteY18" fmla="*/ 168 h 9496"/>
              <a:gd name="connsiteX19" fmla="*/ 877 w 9233"/>
              <a:gd name="connsiteY19" fmla="*/ 0 h 9496"/>
              <a:gd name="connsiteX20" fmla="*/ 0 w 9233"/>
              <a:gd name="connsiteY20" fmla="*/ 7214 h 9496"/>
              <a:gd name="connsiteX21" fmla="*/ 4084 w 9233"/>
              <a:gd name="connsiteY21" fmla="*/ 8319 h 9496"/>
              <a:gd name="connsiteX22" fmla="*/ 8607 w 9233"/>
              <a:gd name="connsiteY22" fmla="*/ 9496 h 9496"/>
              <a:gd name="connsiteX23" fmla="*/ 8814 w 9233"/>
              <a:gd name="connsiteY23" fmla="*/ 9244 h 9496"/>
              <a:gd name="connsiteX24" fmla="*/ 9233 w 9233"/>
              <a:gd name="connsiteY24" fmla="*/ 8781 h 9496"/>
              <a:gd name="connsiteX0" fmla="*/ 10000 w 10000"/>
              <a:gd name="connsiteY0" fmla="*/ 9070 h 9823"/>
              <a:gd name="connsiteX1" fmla="*/ 9322 w 10000"/>
              <a:gd name="connsiteY1" fmla="*/ 8716 h 9823"/>
              <a:gd name="connsiteX2" fmla="*/ 8792 w 10000"/>
              <a:gd name="connsiteY2" fmla="*/ 8009 h 9823"/>
              <a:gd name="connsiteX3" fmla="*/ 8717 w 10000"/>
              <a:gd name="connsiteY3" fmla="*/ 7788 h 9823"/>
              <a:gd name="connsiteX4" fmla="*/ 8117 w 10000"/>
              <a:gd name="connsiteY4" fmla="*/ 6725 h 9823"/>
              <a:gd name="connsiteX5" fmla="*/ 7209 w 10000"/>
              <a:gd name="connsiteY5" fmla="*/ 5088 h 9823"/>
              <a:gd name="connsiteX6" fmla="*/ 5925 w 10000"/>
              <a:gd name="connsiteY6" fmla="*/ 3983 h 9823"/>
              <a:gd name="connsiteX7" fmla="*/ 6152 w 10000"/>
              <a:gd name="connsiteY7" fmla="*/ 3407 h 9823"/>
              <a:gd name="connsiteX8" fmla="*/ 6305 w 10000"/>
              <a:gd name="connsiteY8" fmla="*/ 2478 h 9823"/>
              <a:gd name="connsiteX9" fmla="*/ 6908 w 10000"/>
              <a:gd name="connsiteY9" fmla="*/ 1681 h 9823"/>
              <a:gd name="connsiteX10" fmla="*/ 6455 w 10000"/>
              <a:gd name="connsiteY10" fmla="*/ 1061 h 9823"/>
              <a:gd name="connsiteX11" fmla="*/ 4947 w 10000"/>
              <a:gd name="connsiteY11" fmla="*/ 1415 h 9823"/>
              <a:gd name="connsiteX12" fmla="*/ 3588 w 10000"/>
              <a:gd name="connsiteY12" fmla="*/ 751 h 9823"/>
              <a:gd name="connsiteX13" fmla="*/ 3062 w 10000"/>
              <a:gd name="connsiteY13" fmla="*/ 1637 h 9823"/>
              <a:gd name="connsiteX14" fmla="*/ 2154 w 10000"/>
              <a:gd name="connsiteY14" fmla="*/ 1637 h 9823"/>
              <a:gd name="connsiteX15" fmla="*/ 1478 w 10000"/>
              <a:gd name="connsiteY15" fmla="*/ 839 h 9823"/>
              <a:gd name="connsiteX16" fmla="*/ 650 w 10000"/>
              <a:gd name="connsiteY16" fmla="*/ 619 h 9823"/>
              <a:gd name="connsiteX17" fmla="*/ 950 w 10000"/>
              <a:gd name="connsiteY17" fmla="*/ 266 h 9823"/>
              <a:gd name="connsiteX18" fmla="*/ 1403 w 10000"/>
              <a:gd name="connsiteY18" fmla="*/ 0 h 9823"/>
              <a:gd name="connsiteX19" fmla="*/ 0 w 10000"/>
              <a:gd name="connsiteY19" fmla="*/ 7420 h 9823"/>
              <a:gd name="connsiteX20" fmla="*/ 4423 w 10000"/>
              <a:gd name="connsiteY20" fmla="*/ 8584 h 9823"/>
              <a:gd name="connsiteX21" fmla="*/ 9322 w 10000"/>
              <a:gd name="connsiteY21" fmla="*/ 9823 h 9823"/>
              <a:gd name="connsiteX22" fmla="*/ 9546 w 10000"/>
              <a:gd name="connsiteY22" fmla="*/ 9558 h 9823"/>
              <a:gd name="connsiteX23" fmla="*/ 10000 w 10000"/>
              <a:gd name="connsiteY23" fmla="*/ 9070 h 9823"/>
              <a:gd name="connsiteX0" fmla="*/ 10579 w 10579"/>
              <a:gd name="connsiteY0" fmla="*/ 8962 h 9729"/>
              <a:gd name="connsiteX1" fmla="*/ 9901 w 10579"/>
              <a:gd name="connsiteY1" fmla="*/ 8602 h 9729"/>
              <a:gd name="connsiteX2" fmla="*/ 9371 w 10579"/>
              <a:gd name="connsiteY2" fmla="*/ 7882 h 9729"/>
              <a:gd name="connsiteX3" fmla="*/ 9296 w 10579"/>
              <a:gd name="connsiteY3" fmla="*/ 7657 h 9729"/>
              <a:gd name="connsiteX4" fmla="*/ 8696 w 10579"/>
              <a:gd name="connsiteY4" fmla="*/ 6575 h 9729"/>
              <a:gd name="connsiteX5" fmla="*/ 7788 w 10579"/>
              <a:gd name="connsiteY5" fmla="*/ 4909 h 9729"/>
              <a:gd name="connsiteX6" fmla="*/ 6504 w 10579"/>
              <a:gd name="connsiteY6" fmla="*/ 3784 h 9729"/>
              <a:gd name="connsiteX7" fmla="*/ 6731 w 10579"/>
              <a:gd name="connsiteY7" fmla="*/ 3197 h 9729"/>
              <a:gd name="connsiteX8" fmla="*/ 6884 w 10579"/>
              <a:gd name="connsiteY8" fmla="*/ 2252 h 9729"/>
              <a:gd name="connsiteX9" fmla="*/ 7487 w 10579"/>
              <a:gd name="connsiteY9" fmla="*/ 1440 h 9729"/>
              <a:gd name="connsiteX10" fmla="*/ 7034 w 10579"/>
              <a:gd name="connsiteY10" fmla="*/ 809 h 9729"/>
              <a:gd name="connsiteX11" fmla="*/ 5526 w 10579"/>
              <a:gd name="connsiteY11" fmla="*/ 1169 h 9729"/>
              <a:gd name="connsiteX12" fmla="*/ 4167 w 10579"/>
              <a:gd name="connsiteY12" fmla="*/ 494 h 9729"/>
              <a:gd name="connsiteX13" fmla="*/ 3641 w 10579"/>
              <a:gd name="connsiteY13" fmla="*/ 1395 h 9729"/>
              <a:gd name="connsiteX14" fmla="*/ 2733 w 10579"/>
              <a:gd name="connsiteY14" fmla="*/ 1395 h 9729"/>
              <a:gd name="connsiteX15" fmla="*/ 2057 w 10579"/>
              <a:gd name="connsiteY15" fmla="*/ 583 h 9729"/>
              <a:gd name="connsiteX16" fmla="*/ 1229 w 10579"/>
              <a:gd name="connsiteY16" fmla="*/ 359 h 9729"/>
              <a:gd name="connsiteX17" fmla="*/ 1529 w 10579"/>
              <a:gd name="connsiteY17" fmla="*/ 0 h 9729"/>
              <a:gd name="connsiteX18" fmla="*/ 579 w 10579"/>
              <a:gd name="connsiteY18" fmla="*/ 7283 h 9729"/>
              <a:gd name="connsiteX19" fmla="*/ 5002 w 10579"/>
              <a:gd name="connsiteY19" fmla="*/ 8468 h 9729"/>
              <a:gd name="connsiteX20" fmla="*/ 9901 w 10579"/>
              <a:gd name="connsiteY20" fmla="*/ 9729 h 9729"/>
              <a:gd name="connsiteX21" fmla="*/ 10125 w 10579"/>
              <a:gd name="connsiteY21" fmla="*/ 9459 h 9729"/>
              <a:gd name="connsiteX22" fmla="*/ 10579 w 10579"/>
              <a:gd name="connsiteY22" fmla="*/ 8962 h 9729"/>
              <a:gd name="connsiteX0" fmla="*/ 10047 w 10047"/>
              <a:gd name="connsiteY0" fmla="*/ 8843 h 9631"/>
              <a:gd name="connsiteX1" fmla="*/ 9406 w 10047"/>
              <a:gd name="connsiteY1" fmla="*/ 8473 h 9631"/>
              <a:gd name="connsiteX2" fmla="*/ 8905 w 10047"/>
              <a:gd name="connsiteY2" fmla="*/ 7733 h 9631"/>
              <a:gd name="connsiteX3" fmla="*/ 8834 w 10047"/>
              <a:gd name="connsiteY3" fmla="*/ 7501 h 9631"/>
              <a:gd name="connsiteX4" fmla="*/ 8267 w 10047"/>
              <a:gd name="connsiteY4" fmla="*/ 6389 h 9631"/>
              <a:gd name="connsiteX5" fmla="*/ 7409 w 10047"/>
              <a:gd name="connsiteY5" fmla="*/ 4677 h 9631"/>
              <a:gd name="connsiteX6" fmla="*/ 6195 w 10047"/>
              <a:gd name="connsiteY6" fmla="*/ 3520 h 9631"/>
              <a:gd name="connsiteX7" fmla="*/ 6410 w 10047"/>
              <a:gd name="connsiteY7" fmla="*/ 2917 h 9631"/>
              <a:gd name="connsiteX8" fmla="*/ 6554 w 10047"/>
              <a:gd name="connsiteY8" fmla="*/ 1946 h 9631"/>
              <a:gd name="connsiteX9" fmla="*/ 7124 w 10047"/>
              <a:gd name="connsiteY9" fmla="*/ 1111 h 9631"/>
              <a:gd name="connsiteX10" fmla="*/ 6696 w 10047"/>
              <a:gd name="connsiteY10" fmla="*/ 463 h 9631"/>
              <a:gd name="connsiteX11" fmla="*/ 5271 w 10047"/>
              <a:gd name="connsiteY11" fmla="*/ 833 h 9631"/>
              <a:gd name="connsiteX12" fmla="*/ 3986 w 10047"/>
              <a:gd name="connsiteY12" fmla="*/ 139 h 9631"/>
              <a:gd name="connsiteX13" fmla="*/ 3489 w 10047"/>
              <a:gd name="connsiteY13" fmla="*/ 1065 h 9631"/>
              <a:gd name="connsiteX14" fmla="*/ 2630 w 10047"/>
              <a:gd name="connsiteY14" fmla="*/ 1065 h 9631"/>
              <a:gd name="connsiteX15" fmla="*/ 1991 w 10047"/>
              <a:gd name="connsiteY15" fmla="*/ 230 h 9631"/>
              <a:gd name="connsiteX16" fmla="*/ 1209 w 10047"/>
              <a:gd name="connsiteY16" fmla="*/ 0 h 9631"/>
              <a:gd name="connsiteX17" fmla="*/ 594 w 10047"/>
              <a:gd name="connsiteY17" fmla="*/ 7117 h 9631"/>
              <a:gd name="connsiteX18" fmla="*/ 4775 w 10047"/>
              <a:gd name="connsiteY18" fmla="*/ 8335 h 9631"/>
              <a:gd name="connsiteX19" fmla="*/ 9406 w 10047"/>
              <a:gd name="connsiteY19" fmla="*/ 9631 h 9631"/>
              <a:gd name="connsiteX20" fmla="*/ 9618 w 10047"/>
              <a:gd name="connsiteY20" fmla="*/ 9353 h 9631"/>
              <a:gd name="connsiteX21" fmla="*/ 10047 w 10047"/>
              <a:gd name="connsiteY21" fmla="*/ 8843 h 9631"/>
              <a:gd name="connsiteX0" fmla="*/ 9871 w 9871"/>
              <a:gd name="connsiteY0" fmla="*/ 9990 h 10808"/>
              <a:gd name="connsiteX1" fmla="*/ 9233 w 9871"/>
              <a:gd name="connsiteY1" fmla="*/ 9606 h 10808"/>
              <a:gd name="connsiteX2" fmla="*/ 8734 w 9871"/>
              <a:gd name="connsiteY2" fmla="*/ 8837 h 10808"/>
              <a:gd name="connsiteX3" fmla="*/ 8664 w 9871"/>
              <a:gd name="connsiteY3" fmla="*/ 8596 h 10808"/>
              <a:gd name="connsiteX4" fmla="*/ 8099 w 9871"/>
              <a:gd name="connsiteY4" fmla="*/ 7442 h 10808"/>
              <a:gd name="connsiteX5" fmla="*/ 7245 w 9871"/>
              <a:gd name="connsiteY5" fmla="*/ 5664 h 10808"/>
              <a:gd name="connsiteX6" fmla="*/ 6037 w 9871"/>
              <a:gd name="connsiteY6" fmla="*/ 4463 h 10808"/>
              <a:gd name="connsiteX7" fmla="*/ 6251 w 9871"/>
              <a:gd name="connsiteY7" fmla="*/ 3837 h 10808"/>
              <a:gd name="connsiteX8" fmla="*/ 6394 w 9871"/>
              <a:gd name="connsiteY8" fmla="*/ 2829 h 10808"/>
              <a:gd name="connsiteX9" fmla="*/ 6962 w 9871"/>
              <a:gd name="connsiteY9" fmla="*/ 1962 h 10808"/>
              <a:gd name="connsiteX10" fmla="*/ 6536 w 9871"/>
              <a:gd name="connsiteY10" fmla="*/ 1289 h 10808"/>
              <a:gd name="connsiteX11" fmla="*/ 5117 w 9871"/>
              <a:gd name="connsiteY11" fmla="*/ 1673 h 10808"/>
              <a:gd name="connsiteX12" fmla="*/ 3838 w 9871"/>
              <a:gd name="connsiteY12" fmla="*/ 952 h 10808"/>
              <a:gd name="connsiteX13" fmla="*/ 3344 w 9871"/>
              <a:gd name="connsiteY13" fmla="*/ 1914 h 10808"/>
              <a:gd name="connsiteX14" fmla="*/ 2489 w 9871"/>
              <a:gd name="connsiteY14" fmla="*/ 1914 h 10808"/>
              <a:gd name="connsiteX15" fmla="*/ 1853 w 9871"/>
              <a:gd name="connsiteY15" fmla="*/ 1047 h 10808"/>
              <a:gd name="connsiteX16" fmla="*/ 462 w 9871"/>
              <a:gd name="connsiteY16" fmla="*/ 8198 h 10808"/>
              <a:gd name="connsiteX17" fmla="*/ 4624 w 9871"/>
              <a:gd name="connsiteY17" fmla="*/ 9462 h 10808"/>
              <a:gd name="connsiteX18" fmla="*/ 9233 w 9871"/>
              <a:gd name="connsiteY18" fmla="*/ 10808 h 10808"/>
              <a:gd name="connsiteX19" fmla="*/ 9444 w 9871"/>
              <a:gd name="connsiteY19" fmla="*/ 10519 h 10808"/>
              <a:gd name="connsiteX20" fmla="*/ 9871 w 9871"/>
              <a:gd name="connsiteY20" fmla="*/ 9990 h 10808"/>
              <a:gd name="connsiteX0" fmla="*/ 9892 w 9892"/>
              <a:gd name="connsiteY0" fmla="*/ 8362 h 9119"/>
              <a:gd name="connsiteX1" fmla="*/ 9246 w 9892"/>
              <a:gd name="connsiteY1" fmla="*/ 8007 h 9119"/>
              <a:gd name="connsiteX2" fmla="*/ 8740 w 9892"/>
              <a:gd name="connsiteY2" fmla="*/ 7295 h 9119"/>
              <a:gd name="connsiteX3" fmla="*/ 8669 w 9892"/>
              <a:gd name="connsiteY3" fmla="*/ 7072 h 9119"/>
              <a:gd name="connsiteX4" fmla="*/ 8097 w 9892"/>
              <a:gd name="connsiteY4" fmla="*/ 6005 h 9119"/>
              <a:gd name="connsiteX5" fmla="*/ 7232 w 9892"/>
              <a:gd name="connsiteY5" fmla="*/ 4360 h 9119"/>
              <a:gd name="connsiteX6" fmla="*/ 6008 w 9892"/>
              <a:gd name="connsiteY6" fmla="*/ 3248 h 9119"/>
              <a:gd name="connsiteX7" fmla="*/ 6225 w 9892"/>
              <a:gd name="connsiteY7" fmla="*/ 2669 h 9119"/>
              <a:gd name="connsiteX8" fmla="*/ 6370 w 9892"/>
              <a:gd name="connsiteY8" fmla="*/ 1737 h 9119"/>
              <a:gd name="connsiteX9" fmla="*/ 6945 w 9892"/>
              <a:gd name="connsiteY9" fmla="*/ 934 h 9119"/>
              <a:gd name="connsiteX10" fmla="*/ 6513 w 9892"/>
              <a:gd name="connsiteY10" fmla="*/ 312 h 9119"/>
              <a:gd name="connsiteX11" fmla="*/ 5076 w 9892"/>
              <a:gd name="connsiteY11" fmla="*/ 667 h 9119"/>
              <a:gd name="connsiteX12" fmla="*/ 3780 w 9892"/>
              <a:gd name="connsiteY12" fmla="*/ 0 h 9119"/>
              <a:gd name="connsiteX13" fmla="*/ 3280 w 9892"/>
              <a:gd name="connsiteY13" fmla="*/ 890 h 9119"/>
              <a:gd name="connsiteX14" fmla="*/ 2414 w 9892"/>
              <a:gd name="connsiteY14" fmla="*/ 890 h 9119"/>
              <a:gd name="connsiteX15" fmla="*/ 360 w 9892"/>
              <a:gd name="connsiteY15" fmla="*/ 6704 h 9119"/>
              <a:gd name="connsiteX16" fmla="*/ 4576 w 9892"/>
              <a:gd name="connsiteY16" fmla="*/ 7874 h 9119"/>
              <a:gd name="connsiteX17" fmla="*/ 9246 w 9892"/>
              <a:gd name="connsiteY17" fmla="*/ 9119 h 9119"/>
              <a:gd name="connsiteX18" fmla="*/ 9459 w 9892"/>
              <a:gd name="connsiteY18" fmla="*/ 8852 h 9119"/>
              <a:gd name="connsiteX19" fmla="*/ 9892 w 9892"/>
              <a:gd name="connsiteY19" fmla="*/ 8362 h 9119"/>
              <a:gd name="connsiteX0" fmla="*/ 9854 w 9854"/>
              <a:gd name="connsiteY0" fmla="*/ 9170 h 10000"/>
              <a:gd name="connsiteX1" fmla="*/ 9201 w 9854"/>
              <a:gd name="connsiteY1" fmla="*/ 8781 h 10000"/>
              <a:gd name="connsiteX2" fmla="*/ 8689 w 9854"/>
              <a:gd name="connsiteY2" fmla="*/ 8000 h 10000"/>
              <a:gd name="connsiteX3" fmla="*/ 8618 w 9854"/>
              <a:gd name="connsiteY3" fmla="*/ 7755 h 10000"/>
              <a:gd name="connsiteX4" fmla="*/ 8039 w 9854"/>
              <a:gd name="connsiteY4" fmla="*/ 6585 h 10000"/>
              <a:gd name="connsiteX5" fmla="*/ 7165 w 9854"/>
              <a:gd name="connsiteY5" fmla="*/ 4781 h 10000"/>
              <a:gd name="connsiteX6" fmla="*/ 5928 w 9854"/>
              <a:gd name="connsiteY6" fmla="*/ 3562 h 10000"/>
              <a:gd name="connsiteX7" fmla="*/ 6147 w 9854"/>
              <a:gd name="connsiteY7" fmla="*/ 2927 h 10000"/>
              <a:gd name="connsiteX8" fmla="*/ 6294 w 9854"/>
              <a:gd name="connsiteY8" fmla="*/ 1905 h 10000"/>
              <a:gd name="connsiteX9" fmla="*/ 6875 w 9854"/>
              <a:gd name="connsiteY9" fmla="*/ 1024 h 10000"/>
              <a:gd name="connsiteX10" fmla="*/ 6438 w 9854"/>
              <a:gd name="connsiteY10" fmla="*/ 342 h 10000"/>
              <a:gd name="connsiteX11" fmla="*/ 4985 w 9854"/>
              <a:gd name="connsiteY11" fmla="*/ 731 h 10000"/>
              <a:gd name="connsiteX12" fmla="*/ 3675 w 9854"/>
              <a:gd name="connsiteY12" fmla="*/ 0 h 10000"/>
              <a:gd name="connsiteX13" fmla="*/ 3170 w 9854"/>
              <a:gd name="connsiteY13" fmla="*/ 976 h 10000"/>
              <a:gd name="connsiteX14" fmla="*/ 218 w 9854"/>
              <a:gd name="connsiteY14" fmla="*/ 7352 h 10000"/>
              <a:gd name="connsiteX15" fmla="*/ 4480 w 9854"/>
              <a:gd name="connsiteY15" fmla="*/ 8635 h 10000"/>
              <a:gd name="connsiteX16" fmla="*/ 9201 w 9854"/>
              <a:gd name="connsiteY16" fmla="*/ 10000 h 10000"/>
              <a:gd name="connsiteX17" fmla="*/ 9416 w 9854"/>
              <a:gd name="connsiteY17" fmla="*/ 9707 h 10000"/>
              <a:gd name="connsiteX18" fmla="*/ 9854 w 9854"/>
              <a:gd name="connsiteY18" fmla="*/ 9170 h 10000"/>
              <a:gd name="connsiteX0" fmla="*/ 9915 w 9915"/>
              <a:gd name="connsiteY0" fmla="*/ 9170 h 10000"/>
              <a:gd name="connsiteX1" fmla="*/ 9252 w 9915"/>
              <a:gd name="connsiteY1" fmla="*/ 8781 h 10000"/>
              <a:gd name="connsiteX2" fmla="*/ 8733 w 9915"/>
              <a:gd name="connsiteY2" fmla="*/ 8000 h 10000"/>
              <a:gd name="connsiteX3" fmla="*/ 8661 w 9915"/>
              <a:gd name="connsiteY3" fmla="*/ 7755 h 10000"/>
              <a:gd name="connsiteX4" fmla="*/ 8073 w 9915"/>
              <a:gd name="connsiteY4" fmla="*/ 6585 h 10000"/>
              <a:gd name="connsiteX5" fmla="*/ 7186 w 9915"/>
              <a:gd name="connsiteY5" fmla="*/ 4781 h 10000"/>
              <a:gd name="connsiteX6" fmla="*/ 5931 w 9915"/>
              <a:gd name="connsiteY6" fmla="*/ 3562 h 10000"/>
              <a:gd name="connsiteX7" fmla="*/ 6153 w 9915"/>
              <a:gd name="connsiteY7" fmla="*/ 2927 h 10000"/>
              <a:gd name="connsiteX8" fmla="*/ 6302 w 9915"/>
              <a:gd name="connsiteY8" fmla="*/ 1905 h 10000"/>
              <a:gd name="connsiteX9" fmla="*/ 6892 w 9915"/>
              <a:gd name="connsiteY9" fmla="*/ 1024 h 10000"/>
              <a:gd name="connsiteX10" fmla="*/ 6448 w 9915"/>
              <a:gd name="connsiteY10" fmla="*/ 342 h 10000"/>
              <a:gd name="connsiteX11" fmla="*/ 4974 w 9915"/>
              <a:gd name="connsiteY11" fmla="*/ 731 h 10000"/>
              <a:gd name="connsiteX12" fmla="*/ 3644 w 9915"/>
              <a:gd name="connsiteY12" fmla="*/ 0 h 10000"/>
              <a:gd name="connsiteX13" fmla="*/ 136 w 9915"/>
              <a:gd name="connsiteY13" fmla="*/ 7352 h 10000"/>
              <a:gd name="connsiteX14" fmla="*/ 4461 w 9915"/>
              <a:gd name="connsiteY14" fmla="*/ 8635 h 10000"/>
              <a:gd name="connsiteX15" fmla="*/ 9252 w 9915"/>
              <a:gd name="connsiteY15" fmla="*/ 10000 h 10000"/>
              <a:gd name="connsiteX16" fmla="*/ 9471 w 9915"/>
              <a:gd name="connsiteY16" fmla="*/ 9707 h 10000"/>
              <a:gd name="connsiteX17" fmla="*/ 9915 w 9915"/>
              <a:gd name="connsiteY17" fmla="*/ 9170 h 10000"/>
              <a:gd name="connsiteX0" fmla="*/ 9863 w 9863"/>
              <a:gd name="connsiteY0" fmla="*/ 8828 h 9658"/>
              <a:gd name="connsiteX1" fmla="*/ 9194 w 9863"/>
              <a:gd name="connsiteY1" fmla="*/ 8439 h 9658"/>
              <a:gd name="connsiteX2" fmla="*/ 8671 w 9863"/>
              <a:gd name="connsiteY2" fmla="*/ 7658 h 9658"/>
              <a:gd name="connsiteX3" fmla="*/ 8598 w 9863"/>
              <a:gd name="connsiteY3" fmla="*/ 7413 h 9658"/>
              <a:gd name="connsiteX4" fmla="*/ 8005 w 9863"/>
              <a:gd name="connsiteY4" fmla="*/ 6243 h 9658"/>
              <a:gd name="connsiteX5" fmla="*/ 7111 w 9863"/>
              <a:gd name="connsiteY5" fmla="*/ 4439 h 9658"/>
              <a:gd name="connsiteX6" fmla="*/ 5845 w 9863"/>
              <a:gd name="connsiteY6" fmla="*/ 3220 h 9658"/>
              <a:gd name="connsiteX7" fmla="*/ 6069 w 9863"/>
              <a:gd name="connsiteY7" fmla="*/ 2585 h 9658"/>
              <a:gd name="connsiteX8" fmla="*/ 6219 w 9863"/>
              <a:gd name="connsiteY8" fmla="*/ 1563 h 9658"/>
              <a:gd name="connsiteX9" fmla="*/ 6814 w 9863"/>
              <a:gd name="connsiteY9" fmla="*/ 682 h 9658"/>
              <a:gd name="connsiteX10" fmla="*/ 6366 w 9863"/>
              <a:gd name="connsiteY10" fmla="*/ 0 h 9658"/>
              <a:gd name="connsiteX11" fmla="*/ 4880 w 9863"/>
              <a:gd name="connsiteY11" fmla="*/ 389 h 9658"/>
              <a:gd name="connsiteX12" fmla="*/ 0 w 9863"/>
              <a:gd name="connsiteY12" fmla="*/ 7010 h 9658"/>
              <a:gd name="connsiteX13" fmla="*/ 4362 w 9863"/>
              <a:gd name="connsiteY13" fmla="*/ 8293 h 9658"/>
              <a:gd name="connsiteX14" fmla="*/ 9194 w 9863"/>
              <a:gd name="connsiteY14" fmla="*/ 9658 h 9658"/>
              <a:gd name="connsiteX15" fmla="*/ 9415 w 9863"/>
              <a:gd name="connsiteY15" fmla="*/ 9365 h 9658"/>
              <a:gd name="connsiteX16" fmla="*/ 9863 w 9863"/>
              <a:gd name="connsiteY16" fmla="*/ 8828 h 9658"/>
              <a:gd name="connsiteX0" fmla="*/ 10000 w 10000"/>
              <a:gd name="connsiteY0" fmla="*/ 9141 h 10000"/>
              <a:gd name="connsiteX1" fmla="*/ 9322 w 10000"/>
              <a:gd name="connsiteY1" fmla="*/ 8738 h 10000"/>
              <a:gd name="connsiteX2" fmla="*/ 8791 w 10000"/>
              <a:gd name="connsiteY2" fmla="*/ 7929 h 10000"/>
              <a:gd name="connsiteX3" fmla="*/ 8717 w 10000"/>
              <a:gd name="connsiteY3" fmla="*/ 7676 h 10000"/>
              <a:gd name="connsiteX4" fmla="*/ 8116 w 10000"/>
              <a:gd name="connsiteY4" fmla="*/ 6464 h 10000"/>
              <a:gd name="connsiteX5" fmla="*/ 7210 w 10000"/>
              <a:gd name="connsiteY5" fmla="*/ 4596 h 10000"/>
              <a:gd name="connsiteX6" fmla="*/ 5926 w 10000"/>
              <a:gd name="connsiteY6" fmla="*/ 3334 h 10000"/>
              <a:gd name="connsiteX7" fmla="*/ 6153 w 10000"/>
              <a:gd name="connsiteY7" fmla="*/ 2677 h 10000"/>
              <a:gd name="connsiteX8" fmla="*/ 6305 w 10000"/>
              <a:gd name="connsiteY8" fmla="*/ 1618 h 10000"/>
              <a:gd name="connsiteX9" fmla="*/ 6909 w 10000"/>
              <a:gd name="connsiteY9" fmla="*/ 706 h 10000"/>
              <a:gd name="connsiteX10" fmla="*/ 6454 w 10000"/>
              <a:gd name="connsiteY10" fmla="*/ 0 h 10000"/>
              <a:gd name="connsiteX11" fmla="*/ 0 w 10000"/>
              <a:gd name="connsiteY11" fmla="*/ 7258 h 10000"/>
              <a:gd name="connsiteX12" fmla="*/ 4423 w 10000"/>
              <a:gd name="connsiteY12" fmla="*/ 8587 h 10000"/>
              <a:gd name="connsiteX13" fmla="*/ 9322 w 10000"/>
              <a:gd name="connsiteY13" fmla="*/ 10000 h 10000"/>
              <a:gd name="connsiteX14" fmla="*/ 9546 w 10000"/>
              <a:gd name="connsiteY14" fmla="*/ 9697 h 10000"/>
              <a:gd name="connsiteX15" fmla="*/ 10000 w 10000"/>
              <a:gd name="connsiteY15" fmla="*/ 9141 h 10000"/>
              <a:gd name="connsiteX0" fmla="*/ 10000 w 10000"/>
              <a:gd name="connsiteY0" fmla="*/ 8435 h 9294"/>
              <a:gd name="connsiteX1" fmla="*/ 9322 w 10000"/>
              <a:gd name="connsiteY1" fmla="*/ 8032 h 9294"/>
              <a:gd name="connsiteX2" fmla="*/ 8791 w 10000"/>
              <a:gd name="connsiteY2" fmla="*/ 7223 h 9294"/>
              <a:gd name="connsiteX3" fmla="*/ 8717 w 10000"/>
              <a:gd name="connsiteY3" fmla="*/ 6970 h 9294"/>
              <a:gd name="connsiteX4" fmla="*/ 8116 w 10000"/>
              <a:gd name="connsiteY4" fmla="*/ 5758 h 9294"/>
              <a:gd name="connsiteX5" fmla="*/ 7210 w 10000"/>
              <a:gd name="connsiteY5" fmla="*/ 3890 h 9294"/>
              <a:gd name="connsiteX6" fmla="*/ 5926 w 10000"/>
              <a:gd name="connsiteY6" fmla="*/ 2628 h 9294"/>
              <a:gd name="connsiteX7" fmla="*/ 6153 w 10000"/>
              <a:gd name="connsiteY7" fmla="*/ 1971 h 9294"/>
              <a:gd name="connsiteX8" fmla="*/ 6305 w 10000"/>
              <a:gd name="connsiteY8" fmla="*/ 912 h 9294"/>
              <a:gd name="connsiteX9" fmla="*/ 6909 w 10000"/>
              <a:gd name="connsiteY9" fmla="*/ 0 h 9294"/>
              <a:gd name="connsiteX10" fmla="*/ 0 w 10000"/>
              <a:gd name="connsiteY10" fmla="*/ 6552 h 9294"/>
              <a:gd name="connsiteX11" fmla="*/ 4423 w 10000"/>
              <a:gd name="connsiteY11" fmla="*/ 7881 h 9294"/>
              <a:gd name="connsiteX12" fmla="*/ 9322 w 10000"/>
              <a:gd name="connsiteY12" fmla="*/ 9294 h 9294"/>
              <a:gd name="connsiteX13" fmla="*/ 9546 w 10000"/>
              <a:gd name="connsiteY13" fmla="*/ 8991 h 9294"/>
              <a:gd name="connsiteX14" fmla="*/ 10000 w 10000"/>
              <a:gd name="connsiteY14" fmla="*/ 8435 h 9294"/>
              <a:gd name="connsiteX0" fmla="*/ 10000 w 10000"/>
              <a:gd name="connsiteY0" fmla="*/ 8916 h 9840"/>
              <a:gd name="connsiteX1" fmla="*/ 9322 w 10000"/>
              <a:gd name="connsiteY1" fmla="*/ 8482 h 9840"/>
              <a:gd name="connsiteX2" fmla="*/ 8791 w 10000"/>
              <a:gd name="connsiteY2" fmla="*/ 7612 h 9840"/>
              <a:gd name="connsiteX3" fmla="*/ 8717 w 10000"/>
              <a:gd name="connsiteY3" fmla="*/ 7339 h 9840"/>
              <a:gd name="connsiteX4" fmla="*/ 8116 w 10000"/>
              <a:gd name="connsiteY4" fmla="*/ 6035 h 9840"/>
              <a:gd name="connsiteX5" fmla="*/ 7210 w 10000"/>
              <a:gd name="connsiteY5" fmla="*/ 4025 h 9840"/>
              <a:gd name="connsiteX6" fmla="*/ 5926 w 10000"/>
              <a:gd name="connsiteY6" fmla="*/ 2668 h 9840"/>
              <a:gd name="connsiteX7" fmla="*/ 6153 w 10000"/>
              <a:gd name="connsiteY7" fmla="*/ 1961 h 9840"/>
              <a:gd name="connsiteX8" fmla="*/ 6305 w 10000"/>
              <a:gd name="connsiteY8" fmla="*/ 821 h 9840"/>
              <a:gd name="connsiteX9" fmla="*/ 0 w 10000"/>
              <a:gd name="connsiteY9" fmla="*/ 6890 h 9840"/>
              <a:gd name="connsiteX10" fmla="*/ 4423 w 10000"/>
              <a:gd name="connsiteY10" fmla="*/ 8320 h 9840"/>
              <a:gd name="connsiteX11" fmla="*/ 9322 w 10000"/>
              <a:gd name="connsiteY11" fmla="*/ 9840 h 9840"/>
              <a:gd name="connsiteX12" fmla="*/ 9546 w 10000"/>
              <a:gd name="connsiteY12" fmla="*/ 9514 h 9840"/>
              <a:gd name="connsiteX13" fmla="*/ 10000 w 10000"/>
              <a:gd name="connsiteY13" fmla="*/ 8916 h 9840"/>
              <a:gd name="connsiteX0" fmla="*/ 10000 w 10000"/>
              <a:gd name="connsiteY0" fmla="*/ 7068 h 8007"/>
              <a:gd name="connsiteX1" fmla="*/ 9322 w 10000"/>
              <a:gd name="connsiteY1" fmla="*/ 6627 h 8007"/>
              <a:gd name="connsiteX2" fmla="*/ 8791 w 10000"/>
              <a:gd name="connsiteY2" fmla="*/ 5743 h 8007"/>
              <a:gd name="connsiteX3" fmla="*/ 8717 w 10000"/>
              <a:gd name="connsiteY3" fmla="*/ 5465 h 8007"/>
              <a:gd name="connsiteX4" fmla="*/ 8116 w 10000"/>
              <a:gd name="connsiteY4" fmla="*/ 4140 h 8007"/>
              <a:gd name="connsiteX5" fmla="*/ 7210 w 10000"/>
              <a:gd name="connsiteY5" fmla="*/ 2097 h 8007"/>
              <a:gd name="connsiteX6" fmla="*/ 5926 w 10000"/>
              <a:gd name="connsiteY6" fmla="*/ 718 h 8007"/>
              <a:gd name="connsiteX7" fmla="*/ 6153 w 10000"/>
              <a:gd name="connsiteY7" fmla="*/ 0 h 8007"/>
              <a:gd name="connsiteX8" fmla="*/ 0 w 10000"/>
              <a:gd name="connsiteY8" fmla="*/ 5009 h 8007"/>
              <a:gd name="connsiteX9" fmla="*/ 4423 w 10000"/>
              <a:gd name="connsiteY9" fmla="*/ 6462 h 8007"/>
              <a:gd name="connsiteX10" fmla="*/ 9322 w 10000"/>
              <a:gd name="connsiteY10" fmla="*/ 8007 h 8007"/>
              <a:gd name="connsiteX11" fmla="*/ 9546 w 10000"/>
              <a:gd name="connsiteY11" fmla="*/ 7676 h 8007"/>
              <a:gd name="connsiteX12" fmla="*/ 10000 w 10000"/>
              <a:gd name="connsiteY12" fmla="*/ 7068 h 8007"/>
              <a:gd name="connsiteX0" fmla="*/ 10000 w 10000"/>
              <a:gd name="connsiteY0" fmla="*/ 8536 h 9709"/>
              <a:gd name="connsiteX1" fmla="*/ 9322 w 10000"/>
              <a:gd name="connsiteY1" fmla="*/ 7986 h 9709"/>
              <a:gd name="connsiteX2" fmla="*/ 8791 w 10000"/>
              <a:gd name="connsiteY2" fmla="*/ 6881 h 9709"/>
              <a:gd name="connsiteX3" fmla="*/ 8717 w 10000"/>
              <a:gd name="connsiteY3" fmla="*/ 6534 h 9709"/>
              <a:gd name="connsiteX4" fmla="*/ 8116 w 10000"/>
              <a:gd name="connsiteY4" fmla="*/ 4879 h 9709"/>
              <a:gd name="connsiteX5" fmla="*/ 7210 w 10000"/>
              <a:gd name="connsiteY5" fmla="*/ 2328 h 9709"/>
              <a:gd name="connsiteX6" fmla="*/ 5926 w 10000"/>
              <a:gd name="connsiteY6" fmla="*/ 606 h 9709"/>
              <a:gd name="connsiteX7" fmla="*/ 0 w 10000"/>
              <a:gd name="connsiteY7" fmla="*/ 5965 h 9709"/>
              <a:gd name="connsiteX8" fmla="*/ 4423 w 10000"/>
              <a:gd name="connsiteY8" fmla="*/ 7779 h 9709"/>
              <a:gd name="connsiteX9" fmla="*/ 9322 w 10000"/>
              <a:gd name="connsiteY9" fmla="*/ 9709 h 9709"/>
              <a:gd name="connsiteX10" fmla="*/ 9546 w 10000"/>
              <a:gd name="connsiteY10" fmla="*/ 9296 h 9709"/>
              <a:gd name="connsiteX11" fmla="*/ 10000 w 10000"/>
              <a:gd name="connsiteY11" fmla="*/ 8536 h 9709"/>
              <a:gd name="connsiteX0" fmla="*/ 10000 w 10000"/>
              <a:gd name="connsiteY0" fmla="*/ 8792 h 10000"/>
              <a:gd name="connsiteX1" fmla="*/ 9322 w 10000"/>
              <a:gd name="connsiteY1" fmla="*/ 8225 h 10000"/>
              <a:gd name="connsiteX2" fmla="*/ 8791 w 10000"/>
              <a:gd name="connsiteY2" fmla="*/ 7087 h 10000"/>
              <a:gd name="connsiteX3" fmla="*/ 8717 w 10000"/>
              <a:gd name="connsiteY3" fmla="*/ 6730 h 10000"/>
              <a:gd name="connsiteX4" fmla="*/ 8116 w 10000"/>
              <a:gd name="connsiteY4" fmla="*/ 5025 h 10000"/>
              <a:gd name="connsiteX5" fmla="*/ 7210 w 10000"/>
              <a:gd name="connsiteY5" fmla="*/ 2398 h 10000"/>
              <a:gd name="connsiteX6" fmla="*/ 5926 w 10000"/>
              <a:gd name="connsiteY6" fmla="*/ 624 h 10000"/>
              <a:gd name="connsiteX7" fmla="*/ 0 w 10000"/>
              <a:gd name="connsiteY7" fmla="*/ 6144 h 10000"/>
              <a:gd name="connsiteX8" fmla="*/ 4423 w 10000"/>
              <a:gd name="connsiteY8" fmla="*/ 8012 h 10000"/>
              <a:gd name="connsiteX9" fmla="*/ 9322 w 10000"/>
              <a:gd name="connsiteY9" fmla="*/ 10000 h 10000"/>
              <a:gd name="connsiteX10" fmla="*/ 9546 w 10000"/>
              <a:gd name="connsiteY10" fmla="*/ 9575 h 10000"/>
              <a:gd name="connsiteX11" fmla="*/ 10000 w 10000"/>
              <a:gd name="connsiteY11" fmla="*/ 8792 h 10000"/>
              <a:gd name="connsiteX0" fmla="*/ 10000 w 10000"/>
              <a:gd name="connsiteY0" fmla="*/ 8792 h 10000"/>
              <a:gd name="connsiteX1" fmla="*/ 9322 w 10000"/>
              <a:gd name="connsiteY1" fmla="*/ 8225 h 10000"/>
              <a:gd name="connsiteX2" fmla="*/ 8791 w 10000"/>
              <a:gd name="connsiteY2" fmla="*/ 7087 h 10000"/>
              <a:gd name="connsiteX3" fmla="*/ 8717 w 10000"/>
              <a:gd name="connsiteY3" fmla="*/ 6730 h 10000"/>
              <a:gd name="connsiteX4" fmla="*/ 8116 w 10000"/>
              <a:gd name="connsiteY4" fmla="*/ 5025 h 10000"/>
              <a:gd name="connsiteX5" fmla="*/ 7210 w 10000"/>
              <a:gd name="connsiteY5" fmla="*/ 2398 h 10000"/>
              <a:gd name="connsiteX6" fmla="*/ 5926 w 10000"/>
              <a:gd name="connsiteY6" fmla="*/ 624 h 10000"/>
              <a:gd name="connsiteX7" fmla="*/ 0 w 10000"/>
              <a:gd name="connsiteY7" fmla="*/ 6144 h 10000"/>
              <a:gd name="connsiteX8" fmla="*/ 4423 w 10000"/>
              <a:gd name="connsiteY8" fmla="*/ 8012 h 10000"/>
              <a:gd name="connsiteX9" fmla="*/ 9322 w 10000"/>
              <a:gd name="connsiteY9" fmla="*/ 10000 h 10000"/>
              <a:gd name="connsiteX10" fmla="*/ 9546 w 10000"/>
              <a:gd name="connsiteY10" fmla="*/ 9575 h 10000"/>
              <a:gd name="connsiteX11" fmla="*/ 10000 w 10000"/>
              <a:gd name="connsiteY11" fmla="*/ 8792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00" h="10000">
                <a:moveTo>
                  <a:pt x="10000" y="8792"/>
                </a:moveTo>
                <a:cubicBezTo>
                  <a:pt x="10000" y="8792"/>
                  <a:pt x="9699" y="8648"/>
                  <a:pt x="9322" y="8225"/>
                </a:cubicBezTo>
                <a:cubicBezTo>
                  <a:pt x="8867" y="7798"/>
                  <a:pt x="8791" y="7087"/>
                  <a:pt x="8791" y="7087"/>
                </a:cubicBezTo>
                <a:cubicBezTo>
                  <a:pt x="8768" y="6968"/>
                  <a:pt x="8742" y="6848"/>
                  <a:pt x="8717" y="6730"/>
                </a:cubicBezTo>
                <a:cubicBezTo>
                  <a:pt x="8641" y="6593"/>
                  <a:pt x="8418" y="6021"/>
                  <a:pt x="8116" y="5025"/>
                </a:cubicBezTo>
                <a:cubicBezTo>
                  <a:pt x="7813" y="3820"/>
                  <a:pt x="7589" y="2826"/>
                  <a:pt x="7210" y="2398"/>
                </a:cubicBezTo>
                <a:cubicBezTo>
                  <a:pt x="6832" y="1902"/>
                  <a:pt x="7128" y="0"/>
                  <a:pt x="5926" y="624"/>
                </a:cubicBezTo>
                <a:cubicBezTo>
                  <a:pt x="4145" y="2330"/>
                  <a:pt x="1523" y="4590"/>
                  <a:pt x="0" y="6144"/>
                </a:cubicBezTo>
                <a:cubicBezTo>
                  <a:pt x="1034" y="6544"/>
                  <a:pt x="2865" y="7365"/>
                  <a:pt x="4423" y="8012"/>
                </a:cubicBezTo>
                <a:cubicBezTo>
                  <a:pt x="5399" y="8366"/>
                  <a:pt x="7434" y="9216"/>
                  <a:pt x="9322" y="10000"/>
                </a:cubicBezTo>
                <a:cubicBezTo>
                  <a:pt x="9398" y="9855"/>
                  <a:pt x="9474" y="9644"/>
                  <a:pt x="9546" y="9575"/>
                </a:cubicBezTo>
                <a:cubicBezTo>
                  <a:pt x="9848" y="9290"/>
                  <a:pt x="10000" y="8792"/>
                  <a:pt x="10000" y="8792"/>
                </a:cubicBezTo>
                <a:close/>
              </a:path>
            </a:pathLst>
          </a:custGeom>
          <a:solidFill>
            <a:srgbClr val="EDAB37"/>
          </a:solidFill>
          <a:ln w="9525" cap="flat">
            <a:solidFill>
              <a:srgbClr val="EDAB37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0" cap="none" spc="0" normalizeH="0" baseline="0" noProof="0" dirty="0">
              <a:ln>
                <a:noFill/>
              </a:ln>
              <a:solidFill>
                <a:srgbClr val="002846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2576814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</Words>
  <Application>Microsoft Office PowerPoint</Application>
  <PresentationFormat>Panorámica</PresentationFormat>
  <Paragraphs>56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valverde puma</dc:creator>
  <cp:lastModifiedBy>ricardo valverde puma</cp:lastModifiedBy>
  <cp:revision>1</cp:revision>
  <dcterms:created xsi:type="dcterms:W3CDTF">2026-05-02T17:11:52Z</dcterms:created>
  <dcterms:modified xsi:type="dcterms:W3CDTF">2026-05-02T17:12:47Z</dcterms:modified>
</cp:coreProperties>
</file>